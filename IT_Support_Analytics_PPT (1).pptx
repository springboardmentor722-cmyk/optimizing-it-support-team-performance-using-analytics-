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Support Analytics (Supportlytics)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IT Support Performance using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IT support tickets</a:t>
            </a:r>
          </a:p>
          <a:p>
            <a:pPr/>
            <a:r>
              <a:t>Improve response &amp; resolution time</a:t>
            </a:r>
          </a:p>
          <a:p>
            <a:pPr/>
            <a:r>
              <a:t>Identify trends &amp; performance gaps</a:t>
            </a:r>
          </a:p>
          <a:p>
            <a:pPr/>
            <a:r>
              <a:t>Optimize support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Ticket ID, Priority, Channel</a:t>
            </a:r>
          </a:p>
          <a:p>
            <a:pPr/>
            <a:r>
              <a:t>Type, Status</a:t>
            </a:r>
          </a:p>
          <a:p>
            <a:pPr/>
            <a:r>
              <a:t>Response Time &amp; Resolution Time</a:t>
            </a:r>
          </a:p>
          <a:p>
            <a:pPr/>
            <a:r>
              <a:t>Country (Geographic analysis)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1: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Handled missing values</a:t>
            </a:r>
          </a:p>
          <a:p>
            <a:pPr/>
            <a:r>
              <a:t>Removed duplicates</a:t>
            </a:r>
          </a:p>
          <a:p>
            <a:pPr/>
            <a:r>
              <a:t>Created Resolution_Time</a:t>
            </a:r>
          </a:p>
          <a:p>
            <a:pPr/>
            <a:r>
              <a:t>Created Priority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2: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Ticket distribution by Priority</a:t>
            </a:r>
          </a:p>
          <a:p>
            <a:pPr/>
            <a:r>
              <a:t>Channel &amp; Type analysis</a:t>
            </a:r>
          </a:p>
          <a:p>
            <a:pPr/>
            <a:r>
              <a:t>Status distribution</a:t>
            </a:r>
          </a:p>
          <a:p>
            <a:pPr/>
            <a:r>
              <a:t>Identified major issue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3: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Avg Response &amp; Resolution time</a:t>
            </a:r>
          </a:p>
          <a:p>
            <a:pPr/>
            <a:r>
              <a:t>Channel-wise performance</a:t>
            </a:r>
          </a:p>
          <a:p>
            <a:pPr/>
            <a:r>
              <a:t>Priority-wise response analysis</a:t>
            </a:r>
          </a:p>
          <a:p>
            <a:pPr/>
            <a:r>
              <a:t>Scatter analysis for correlation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Mapped tickets by country</a:t>
            </a:r>
          </a:p>
          <a:p>
            <a:pPr/>
            <a:r>
              <a:t>Identified high workload regions</a:t>
            </a:r>
          </a:p>
          <a:p>
            <a:pPr/>
            <a:r>
              <a:t>Compared regional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Interactive filters (Priority, Channel, Status)</a:t>
            </a:r>
          </a:p>
          <a:p>
            <a:pPr/>
            <a:r>
              <a:t>Real-time data insights</a:t>
            </a:r>
          </a:p>
          <a:p>
            <a:pPr/>
            <a:r>
              <a:t>Multiple visualizations</a:t>
            </a:r>
          </a:p>
          <a:p>
            <a:pPr/>
            <a:r>
              <a:t>User-friendly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strong correlation between response &amp; resolution</a:t>
            </a:r>
          </a:p>
          <a:p>
            <a:pPr/>
            <a:r>
              <a:t>Social media slower channel</a:t>
            </a:r>
          </a:p>
          <a:p>
            <a:pPr/>
            <a:r>
              <a:t>Medium priority dominates</a:t>
            </a:r>
          </a:p>
          <a:p>
            <a:pPr/>
            <a:r>
              <a:t>Response not optimized by priority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Improve high-priority handling</a:t>
            </a:r>
          </a:p>
          <a:p>
            <a:pPr/>
            <a:r>
              <a:t>Optimize slow channels</a:t>
            </a:r>
          </a:p>
          <a:p>
            <a:pPr/>
            <a:r>
              <a:t>Better resource allocation</a:t>
            </a:r>
          </a:p>
          <a:p>
            <a:pPr/>
            <a:r>
              <a:t>Automate repeated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Data-driven decisions improve efficiency</a:t>
            </a:r>
          </a:p>
          <a:p>
            <a:pPr/>
            <a:r>
              <a:t>Dashboard helps monitor performance</a:t>
            </a:r>
          </a:p>
          <a:p>
            <a:pPr/>
            <a:r>
              <a:t>Supports better IT service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