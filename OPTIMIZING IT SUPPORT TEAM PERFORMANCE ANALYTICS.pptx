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handoutMasterIdLst>
    <p:handoutMasterId r:id="rId20"/>
  </p:handoutMasterIdLst>
  <p:sldIdLst>
    <p:sldId id="256" r:id="rId5"/>
    <p:sldId id="276" r:id="rId6"/>
    <p:sldId id="277" r:id="rId7"/>
    <p:sldId id="278" r:id="rId8"/>
    <p:sldId id="279" r:id="rId9"/>
    <p:sldId id="280" r:id="rId10"/>
    <p:sldId id="281" r:id="rId11"/>
    <p:sldId id="283" r:id="rId12"/>
    <p:sldId id="282" r:id="rId13"/>
    <p:sldId id="288" r:id="rId14"/>
    <p:sldId id="289" r:id="rId15"/>
    <p:sldId id="290" r:id="rId16"/>
    <p:sldId id="291" r:id="rId17"/>
    <p:sldId id="28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52" autoAdjust="0"/>
  </p:normalViewPr>
  <p:slideViewPr>
    <p:cSldViewPr snapToGrid="0" showGuides="1">
      <p:cViewPr varScale="1">
        <p:scale>
          <a:sx n="75" d="100"/>
          <a:sy n="75" d="100"/>
        </p:scale>
        <p:origin x="974" y="62"/>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3/30/2026</a:t>
            </a:fld>
            <a:endParaRPr lang="en-US" dirty="0"/>
          </a:p>
        </p:txBody>
      </p:sp>
      <p:sp>
        <p:nvSpPr>
          <p:cNvPr id="4" name="Footer Placeholder 3">
            <a:extLst>
              <a:ext uri="{FF2B5EF4-FFF2-40B4-BE49-F238E27FC236}">
                <a16:creationId xmlns:a16="http://schemas.microsoft.com/office/drawing/2014/main"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3/30/2026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extLst>
      <p:ext uri="{BB962C8B-B14F-4D97-AF65-F5344CB8AC3E}">
        <p14:creationId xmlns:p14="http://schemas.microsoft.com/office/powerpoint/2010/main" val="1773527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a:t>
            </a:fld>
            <a:endParaRPr lang="en-US" dirty="0"/>
          </a:p>
        </p:txBody>
      </p:sp>
    </p:spTree>
    <p:extLst>
      <p:ext uri="{BB962C8B-B14F-4D97-AF65-F5344CB8AC3E}">
        <p14:creationId xmlns:p14="http://schemas.microsoft.com/office/powerpoint/2010/main" val="2268654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3</a:t>
            </a:fld>
            <a:endParaRPr lang="en-US" dirty="0"/>
          </a:p>
        </p:txBody>
      </p:sp>
    </p:spTree>
    <p:extLst>
      <p:ext uri="{BB962C8B-B14F-4D97-AF65-F5344CB8AC3E}">
        <p14:creationId xmlns:p14="http://schemas.microsoft.com/office/powerpoint/2010/main" val="22004710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4</a:t>
            </a:fld>
            <a:endParaRPr lang="en-US" dirty="0"/>
          </a:p>
        </p:txBody>
      </p:sp>
    </p:spTree>
    <p:extLst>
      <p:ext uri="{BB962C8B-B14F-4D97-AF65-F5344CB8AC3E}">
        <p14:creationId xmlns:p14="http://schemas.microsoft.com/office/powerpoint/2010/main" val="1772151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5</a:t>
            </a:fld>
            <a:endParaRPr lang="en-US" dirty="0"/>
          </a:p>
        </p:txBody>
      </p:sp>
    </p:spTree>
    <p:extLst>
      <p:ext uri="{BB962C8B-B14F-4D97-AF65-F5344CB8AC3E}">
        <p14:creationId xmlns:p14="http://schemas.microsoft.com/office/powerpoint/2010/main" val="11715460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6</a:t>
            </a:fld>
            <a:endParaRPr lang="en-US" dirty="0"/>
          </a:p>
        </p:txBody>
      </p:sp>
    </p:spTree>
    <p:extLst>
      <p:ext uri="{BB962C8B-B14F-4D97-AF65-F5344CB8AC3E}">
        <p14:creationId xmlns:p14="http://schemas.microsoft.com/office/powerpoint/2010/main" val="37285692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7</a:t>
            </a:fld>
            <a:endParaRPr lang="en-US" dirty="0"/>
          </a:p>
        </p:txBody>
      </p:sp>
    </p:spTree>
    <p:extLst>
      <p:ext uri="{BB962C8B-B14F-4D97-AF65-F5344CB8AC3E}">
        <p14:creationId xmlns:p14="http://schemas.microsoft.com/office/powerpoint/2010/main" val="12792947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8</a:t>
            </a:fld>
            <a:endParaRPr lang="en-US" dirty="0"/>
          </a:p>
        </p:txBody>
      </p:sp>
    </p:spTree>
    <p:extLst>
      <p:ext uri="{BB962C8B-B14F-4D97-AF65-F5344CB8AC3E}">
        <p14:creationId xmlns:p14="http://schemas.microsoft.com/office/powerpoint/2010/main" val="20660310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9</a:t>
            </a:fld>
            <a:endParaRPr lang="en-US" dirty="0"/>
          </a:p>
        </p:txBody>
      </p:sp>
    </p:spTree>
    <p:extLst>
      <p:ext uri="{BB962C8B-B14F-4D97-AF65-F5344CB8AC3E}">
        <p14:creationId xmlns:p14="http://schemas.microsoft.com/office/powerpoint/2010/main" val="36886254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14</a:t>
            </a:fld>
            <a:endParaRPr lang="en-US" dirty="0"/>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F864C-44C4-4000-952D-01F31BFB3F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392E06-C914-467E-9D4F-BD763EDA2D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BEFBAF-82E9-49AD-B2CF-7D154E024431}"/>
              </a:ext>
            </a:extLst>
          </p:cNvPr>
          <p:cNvSpPr>
            <a:spLocks noGrp="1"/>
          </p:cNvSpPr>
          <p:nvPr>
            <p:ph type="dt" sz="half" idx="10"/>
          </p:nvPr>
        </p:nvSpPr>
        <p:spPr/>
        <p:txBody>
          <a:bodyPr/>
          <a:lstStyle/>
          <a:p>
            <a:fld id="{40DA1498-92C7-4E4B-8045-C9195F453964}" type="datetimeFigureOut">
              <a:rPr lang="en-US" smtClean="0"/>
              <a:t>3/30/2026</a:t>
            </a:fld>
            <a:endParaRPr lang="en-US" dirty="0"/>
          </a:p>
        </p:txBody>
      </p:sp>
      <p:sp>
        <p:nvSpPr>
          <p:cNvPr id="5" name="Footer Placeholder 4">
            <a:extLst>
              <a:ext uri="{FF2B5EF4-FFF2-40B4-BE49-F238E27FC236}">
                <a16:creationId xmlns:a16="http://schemas.microsoft.com/office/drawing/2014/main" id="{5AD8006A-94B1-44F7-972D-56767EDE3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E7BFAB-D84B-45E1-A0BD-2516AC14F8AC}"/>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8564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07FBE-061D-452C-A8A6-213063CFD6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3A3535-1708-499D-B5D2-7D8F9FD182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B06063-A112-49AB-80C8-504D99ECD771}"/>
              </a:ext>
            </a:extLst>
          </p:cNvPr>
          <p:cNvSpPr>
            <a:spLocks noGrp="1"/>
          </p:cNvSpPr>
          <p:nvPr>
            <p:ph type="dt" sz="half" idx="10"/>
          </p:nvPr>
        </p:nvSpPr>
        <p:spPr/>
        <p:txBody>
          <a:bodyPr/>
          <a:lstStyle/>
          <a:p>
            <a:fld id="{40DA1498-92C7-4E4B-8045-C9195F453964}" type="datetimeFigureOut">
              <a:rPr lang="en-US" smtClean="0"/>
              <a:t>3/30/2026</a:t>
            </a:fld>
            <a:endParaRPr lang="en-US" dirty="0"/>
          </a:p>
        </p:txBody>
      </p:sp>
      <p:sp>
        <p:nvSpPr>
          <p:cNvPr id="5" name="Footer Placeholder 4">
            <a:extLst>
              <a:ext uri="{FF2B5EF4-FFF2-40B4-BE49-F238E27FC236}">
                <a16:creationId xmlns:a16="http://schemas.microsoft.com/office/drawing/2014/main" id="{6344C8D5-F898-4318-A76D-1FBD8732919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976EC76-E8E8-4FFA-B671-7FA2F3EF5DE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789287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2CABF-E3C1-431A-A69C-D4881CC43F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584226-69DA-4211-B2C8-C29FD05A4A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FF82DB-B518-40FD-8A66-44B874C055FB}"/>
              </a:ext>
            </a:extLst>
          </p:cNvPr>
          <p:cNvSpPr>
            <a:spLocks noGrp="1"/>
          </p:cNvSpPr>
          <p:nvPr>
            <p:ph type="dt" sz="half" idx="10"/>
          </p:nvPr>
        </p:nvSpPr>
        <p:spPr/>
        <p:txBody>
          <a:bodyPr/>
          <a:lstStyle/>
          <a:p>
            <a:fld id="{40DA1498-92C7-4E4B-8045-C9195F453964}" type="datetimeFigureOut">
              <a:rPr lang="en-US" smtClean="0"/>
              <a:t>3/30/2026</a:t>
            </a:fld>
            <a:endParaRPr lang="en-US" dirty="0"/>
          </a:p>
        </p:txBody>
      </p:sp>
      <p:sp>
        <p:nvSpPr>
          <p:cNvPr id="5" name="Footer Placeholder 4">
            <a:extLst>
              <a:ext uri="{FF2B5EF4-FFF2-40B4-BE49-F238E27FC236}">
                <a16:creationId xmlns:a16="http://schemas.microsoft.com/office/drawing/2014/main" id="{FCC1CCEE-725F-4745-837B-87EFB70E71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561522A-E0E6-406B-BF30-A7C7A57294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230041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C9BDC-6F21-4EF5-A8DD-E35E27EACA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968D5F-2AB6-42D3-A54E-AB3E603251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65AB07F-D5F7-402A-AE4E-027BF1CA91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108EDC-3863-43B9-93C7-37465DC73B28}"/>
              </a:ext>
            </a:extLst>
          </p:cNvPr>
          <p:cNvSpPr>
            <a:spLocks noGrp="1"/>
          </p:cNvSpPr>
          <p:nvPr>
            <p:ph type="dt" sz="half" idx="10"/>
          </p:nvPr>
        </p:nvSpPr>
        <p:spPr/>
        <p:txBody>
          <a:bodyPr/>
          <a:lstStyle/>
          <a:p>
            <a:fld id="{40DA1498-92C7-4E4B-8045-C9195F453964}" type="datetimeFigureOut">
              <a:rPr lang="en-US" smtClean="0"/>
              <a:t>3/30/2026</a:t>
            </a:fld>
            <a:endParaRPr lang="en-US" dirty="0"/>
          </a:p>
        </p:txBody>
      </p:sp>
      <p:sp>
        <p:nvSpPr>
          <p:cNvPr id="6" name="Footer Placeholder 5">
            <a:extLst>
              <a:ext uri="{FF2B5EF4-FFF2-40B4-BE49-F238E27FC236}">
                <a16:creationId xmlns:a16="http://schemas.microsoft.com/office/drawing/2014/main" id="{A777D452-958D-4159-A9A4-16DD29680A0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89654B6-1460-48B9-AC7E-592F68BAB276}"/>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7404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C848-926A-4FD3-A311-A100A2662B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ECD90-B4F0-4DFB-BB3D-F231020789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5A6C3A-033E-474B-AB97-D8291A04E7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32B928-3A23-4FCA-AD1F-E45A467B54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DC8376-6FC6-4A11-B0DB-9A148E9C00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80206F-8846-425C-A56E-16FFBA442014}"/>
              </a:ext>
            </a:extLst>
          </p:cNvPr>
          <p:cNvSpPr>
            <a:spLocks noGrp="1"/>
          </p:cNvSpPr>
          <p:nvPr>
            <p:ph type="dt" sz="half" idx="10"/>
          </p:nvPr>
        </p:nvSpPr>
        <p:spPr/>
        <p:txBody>
          <a:bodyPr/>
          <a:lstStyle/>
          <a:p>
            <a:fld id="{40DA1498-92C7-4E4B-8045-C9195F453964}" type="datetimeFigureOut">
              <a:rPr lang="en-US" smtClean="0"/>
              <a:t>3/30/2026</a:t>
            </a:fld>
            <a:endParaRPr lang="en-US" dirty="0"/>
          </a:p>
        </p:txBody>
      </p:sp>
      <p:sp>
        <p:nvSpPr>
          <p:cNvPr id="8" name="Footer Placeholder 7">
            <a:extLst>
              <a:ext uri="{FF2B5EF4-FFF2-40B4-BE49-F238E27FC236}">
                <a16:creationId xmlns:a16="http://schemas.microsoft.com/office/drawing/2014/main" id="{6A45E89F-12CF-4561-A5F2-1E05783A306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EB4DFE4-927C-43B1-A061-5CB97FFB33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69058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0E367-8DA0-4655-BCBC-F4280D8642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EF9592-AA3C-4CF8-A5DB-4D010195A438}"/>
              </a:ext>
            </a:extLst>
          </p:cNvPr>
          <p:cNvSpPr>
            <a:spLocks noGrp="1"/>
          </p:cNvSpPr>
          <p:nvPr>
            <p:ph type="dt" sz="half" idx="10"/>
          </p:nvPr>
        </p:nvSpPr>
        <p:spPr/>
        <p:txBody>
          <a:bodyPr/>
          <a:lstStyle/>
          <a:p>
            <a:fld id="{40DA1498-92C7-4E4B-8045-C9195F453964}" type="datetimeFigureOut">
              <a:rPr lang="en-US" smtClean="0"/>
              <a:t>3/30/2026</a:t>
            </a:fld>
            <a:endParaRPr lang="en-US" dirty="0"/>
          </a:p>
        </p:txBody>
      </p:sp>
      <p:sp>
        <p:nvSpPr>
          <p:cNvPr id="4" name="Footer Placeholder 3">
            <a:extLst>
              <a:ext uri="{FF2B5EF4-FFF2-40B4-BE49-F238E27FC236}">
                <a16:creationId xmlns:a16="http://schemas.microsoft.com/office/drawing/2014/main" id="{3C2C9377-F93E-4515-852A-26470775515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AED076D-476B-42BA-8795-14FE6C1E6974}"/>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625551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A599B4-6AB2-4190-82B5-7667EE1E922A}"/>
              </a:ext>
            </a:extLst>
          </p:cNvPr>
          <p:cNvSpPr>
            <a:spLocks noGrp="1"/>
          </p:cNvSpPr>
          <p:nvPr>
            <p:ph type="dt" sz="half" idx="10"/>
          </p:nvPr>
        </p:nvSpPr>
        <p:spPr/>
        <p:txBody>
          <a:bodyPr/>
          <a:lstStyle/>
          <a:p>
            <a:fld id="{40DA1498-92C7-4E4B-8045-C9195F453964}" type="datetimeFigureOut">
              <a:rPr lang="en-US" smtClean="0"/>
              <a:t>3/30/2026</a:t>
            </a:fld>
            <a:endParaRPr lang="en-US" dirty="0"/>
          </a:p>
        </p:txBody>
      </p:sp>
      <p:sp>
        <p:nvSpPr>
          <p:cNvPr id="3" name="Footer Placeholder 2">
            <a:extLst>
              <a:ext uri="{FF2B5EF4-FFF2-40B4-BE49-F238E27FC236}">
                <a16:creationId xmlns:a16="http://schemas.microsoft.com/office/drawing/2014/main" id="{1B8FBFB3-AD86-4E39-B8AE-B4EC1452815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9A4AF55-C114-4B60-9A20-56B00A11B3B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05820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3DA1-5CB8-405D-9613-8A9B7BC56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42BB15-A24D-42E9-9CAE-BB8272263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F0849D-D3C3-462A-9751-4EAB0B914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80DD20-7A20-4574-98A4-427795876739}"/>
              </a:ext>
            </a:extLst>
          </p:cNvPr>
          <p:cNvSpPr>
            <a:spLocks noGrp="1"/>
          </p:cNvSpPr>
          <p:nvPr>
            <p:ph type="dt" sz="half" idx="10"/>
          </p:nvPr>
        </p:nvSpPr>
        <p:spPr/>
        <p:txBody>
          <a:bodyPr/>
          <a:lstStyle/>
          <a:p>
            <a:fld id="{40DA1498-92C7-4E4B-8045-C9195F453964}" type="datetimeFigureOut">
              <a:rPr lang="en-US" smtClean="0"/>
              <a:t>3/30/2026</a:t>
            </a:fld>
            <a:endParaRPr lang="en-US" dirty="0"/>
          </a:p>
        </p:txBody>
      </p:sp>
      <p:sp>
        <p:nvSpPr>
          <p:cNvPr id="6" name="Footer Placeholder 5">
            <a:extLst>
              <a:ext uri="{FF2B5EF4-FFF2-40B4-BE49-F238E27FC236}">
                <a16:creationId xmlns:a16="http://schemas.microsoft.com/office/drawing/2014/main" id="{54D0ED2B-71C4-421A-9DB0-676E00C10BD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8C4572A-ADFC-4C53-BCA2-42BDF693BC4D}"/>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3095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5C67-EEEC-4AB0-9653-0F80D6B10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D50D6D-5277-4324-AF23-5FAF007834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5275657-2BF9-4761-96B6-50EE3CFCF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3C3F7B-A4C8-4F9D-8165-BC5186EA0929}"/>
              </a:ext>
            </a:extLst>
          </p:cNvPr>
          <p:cNvSpPr>
            <a:spLocks noGrp="1"/>
          </p:cNvSpPr>
          <p:nvPr>
            <p:ph type="dt" sz="half" idx="10"/>
          </p:nvPr>
        </p:nvSpPr>
        <p:spPr/>
        <p:txBody>
          <a:bodyPr/>
          <a:lstStyle/>
          <a:p>
            <a:fld id="{40DA1498-92C7-4E4B-8045-C9195F453964}" type="datetimeFigureOut">
              <a:rPr lang="en-US" smtClean="0"/>
              <a:t>3/30/2026</a:t>
            </a:fld>
            <a:endParaRPr lang="en-US" dirty="0"/>
          </a:p>
        </p:txBody>
      </p:sp>
      <p:sp>
        <p:nvSpPr>
          <p:cNvPr id="6" name="Footer Placeholder 5">
            <a:extLst>
              <a:ext uri="{FF2B5EF4-FFF2-40B4-BE49-F238E27FC236}">
                <a16:creationId xmlns:a16="http://schemas.microsoft.com/office/drawing/2014/main" id="{DE696EA5-2FA2-464D-982F-C53E6426A8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911B398-191B-4AB1-86ED-00D0046EACF5}"/>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58660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7B869-BFB2-4C20-8AB1-46704BB3D1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F007DB-4F12-4428-9C48-5120DF0704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FFA8DA-0E31-4CA6-BBFC-2467AAD1D30B}"/>
              </a:ext>
            </a:extLst>
          </p:cNvPr>
          <p:cNvSpPr>
            <a:spLocks noGrp="1"/>
          </p:cNvSpPr>
          <p:nvPr>
            <p:ph type="dt" sz="half" idx="10"/>
          </p:nvPr>
        </p:nvSpPr>
        <p:spPr/>
        <p:txBody>
          <a:bodyPr/>
          <a:lstStyle/>
          <a:p>
            <a:fld id="{40DA1498-92C7-4E4B-8045-C9195F453964}" type="datetimeFigureOut">
              <a:rPr lang="en-US" smtClean="0"/>
              <a:t>3/30/2026</a:t>
            </a:fld>
            <a:endParaRPr lang="en-US" dirty="0"/>
          </a:p>
        </p:txBody>
      </p:sp>
      <p:sp>
        <p:nvSpPr>
          <p:cNvPr id="5" name="Footer Placeholder 4">
            <a:extLst>
              <a:ext uri="{FF2B5EF4-FFF2-40B4-BE49-F238E27FC236}">
                <a16:creationId xmlns:a16="http://schemas.microsoft.com/office/drawing/2014/main" id="{064974BD-9845-459A-9AAA-12731E2507C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2A71B0A-FDFB-4B2C-A9EC-2334C590013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31409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0B5D73-1652-4A8E-B5A3-101523D729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B7FB99-7425-444D-B602-01B672BCE8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EEA9C5-552A-48A1-AB54-ED54209B3B48}"/>
              </a:ext>
            </a:extLst>
          </p:cNvPr>
          <p:cNvSpPr>
            <a:spLocks noGrp="1"/>
          </p:cNvSpPr>
          <p:nvPr>
            <p:ph type="dt" sz="half" idx="10"/>
          </p:nvPr>
        </p:nvSpPr>
        <p:spPr/>
        <p:txBody>
          <a:bodyPr/>
          <a:lstStyle/>
          <a:p>
            <a:fld id="{40DA1498-92C7-4E4B-8045-C9195F453964}" type="datetimeFigureOut">
              <a:rPr lang="en-US" smtClean="0"/>
              <a:t>3/30/2026</a:t>
            </a:fld>
            <a:endParaRPr lang="en-US" dirty="0"/>
          </a:p>
        </p:txBody>
      </p:sp>
      <p:sp>
        <p:nvSpPr>
          <p:cNvPr id="5" name="Footer Placeholder 4">
            <a:extLst>
              <a:ext uri="{FF2B5EF4-FFF2-40B4-BE49-F238E27FC236}">
                <a16:creationId xmlns:a16="http://schemas.microsoft.com/office/drawing/2014/main" id="{1A83AAA3-4155-48FB-8F00-16DBE0C9C25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694EAE-CB3C-4DEF-A66D-583C7AAC92D8}"/>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746804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3445CA-54C1-4DDE-A216-DD2414E3F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06395A-6879-4E93-B24E-067F88AC1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50FF5B-A6A6-4F0F-AA5D-3F0F69A43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A1498-92C7-4E4B-8045-C9195F453964}" type="datetimeFigureOut">
              <a:rPr lang="en-US" smtClean="0"/>
              <a:t>3/30/2026</a:t>
            </a:fld>
            <a:endParaRPr lang="en-US" dirty="0"/>
          </a:p>
        </p:txBody>
      </p:sp>
      <p:sp>
        <p:nvSpPr>
          <p:cNvPr id="5" name="Footer Placeholder 4">
            <a:extLst>
              <a:ext uri="{FF2B5EF4-FFF2-40B4-BE49-F238E27FC236}">
                <a16:creationId xmlns:a16="http://schemas.microsoft.com/office/drawing/2014/main" id="{FA798FAA-76CC-42EF-8BE0-466A41BBA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149FF02-6890-4E10-B958-1097AD32C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260378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00AEF-1595-4419-801B-6E36A33BB8CF}"/>
              </a:ext>
            </a:extLst>
          </p:cNvPr>
          <p:cNvSpPr>
            <a:spLocks noGrp="1"/>
          </p:cNvSpPr>
          <p:nvPr>
            <p:ph type="ctrTitle"/>
          </p:nvPr>
        </p:nvSpPr>
        <p:spPr>
          <a:xfrm>
            <a:off x="579868" y="2247890"/>
            <a:ext cx="11326239" cy="1218795"/>
          </a:xfrm>
        </p:spPr>
        <p:txBody>
          <a:bodyPr wrap="square" lIns="0" tIns="0" rIns="0" bIns="0" anchor="t">
            <a:spAutoFit/>
          </a:bodyPr>
          <a:lstStyle/>
          <a:p>
            <a:r>
              <a:rPr lang="en-US" sz="4400" dirty="0">
                <a:solidFill>
                  <a:schemeClr val="accent4"/>
                </a:solidFill>
                <a:latin typeface="Century Schoolbook" panose="02040604050505020304" pitchFamily="18" charset="0"/>
              </a:rPr>
              <a:t>OPTIMIZING IT SUPPORT TEAM PERFORMANCE ANALYTICS</a:t>
            </a:r>
          </a:p>
        </p:txBody>
      </p:sp>
      <p:sp>
        <p:nvSpPr>
          <p:cNvPr id="4" name="Diamond 3">
            <a:extLst>
              <a:ext uri="{FF2B5EF4-FFF2-40B4-BE49-F238E27FC236}">
                <a16:creationId xmlns:a16="http://schemas.microsoft.com/office/drawing/2014/main" id="{1C59176D-59A8-4C02-B448-EE01232FB3E7}"/>
              </a:ext>
              <a:ext uri="{C183D7F6-B498-43B3-948B-1728B52AA6E4}">
                <adec:decorative xmlns:adec="http://schemas.microsoft.com/office/drawing/2017/decorative" val="1"/>
              </a:ext>
            </a:extLst>
          </p:cNvPr>
          <p:cNvSpPr/>
          <p:nvPr/>
        </p:nvSpPr>
        <p:spPr>
          <a:xfrm>
            <a:off x="4792319" y="-608242"/>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iamond 4">
            <a:extLst>
              <a:ext uri="{FF2B5EF4-FFF2-40B4-BE49-F238E27FC236}">
                <a16:creationId xmlns:a16="http://schemas.microsoft.com/office/drawing/2014/main" id="{A50B1817-3C7F-41BC-8557-7A00C928EE16}"/>
              </a:ext>
              <a:ext uri="{C183D7F6-B498-43B3-948B-1728B52AA6E4}">
                <adec:decorative xmlns:adec="http://schemas.microsoft.com/office/drawing/2017/decorative" val="1"/>
              </a:ext>
            </a:extLst>
          </p:cNvPr>
          <p:cNvSpPr/>
          <p:nvPr/>
        </p:nvSpPr>
        <p:spPr>
          <a:xfrm>
            <a:off x="4325258" y="-1770743"/>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39F21D1A-C5B3-0FB3-6206-17498C0F9EA5}"/>
              </a:ext>
            </a:extLst>
          </p:cNvPr>
          <p:cNvSpPr txBox="1"/>
          <p:nvPr/>
        </p:nvSpPr>
        <p:spPr>
          <a:xfrm>
            <a:off x="2900464" y="3709364"/>
            <a:ext cx="6914744" cy="461665"/>
          </a:xfrm>
          <a:prstGeom prst="rect">
            <a:avLst/>
          </a:prstGeom>
          <a:noFill/>
        </p:spPr>
        <p:txBody>
          <a:bodyPr wrap="square" rtlCol="0">
            <a:spAutoFit/>
          </a:bodyPr>
          <a:lstStyle/>
          <a:p>
            <a:pPr algn="ctr"/>
            <a:r>
              <a:rPr lang="en-US" sz="2400" dirty="0">
                <a:solidFill>
                  <a:schemeClr val="bg1"/>
                </a:solidFill>
                <a:latin typeface="Century Schoolbook" panose="02040604050505020304" pitchFamily="18" charset="0"/>
              </a:rPr>
              <a:t>INFOSYS SPRINGBOARD INTERNSHIP 6.0</a:t>
            </a:r>
          </a:p>
        </p:txBody>
      </p:sp>
      <p:sp>
        <p:nvSpPr>
          <p:cNvPr id="6" name="TextBox 5">
            <a:extLst>
              <a:ext uri="{FF2B5EF4-FFF2-40B4-BE49-F238E27FC236}">
                <a16:creationId xmlns:a16="http://schemas.microsoft.com/office/drawing/2014/main" id="{C629C045-3F05-31E3-AC53-BB6CB9C5DB06}"/>
              </a:ext>
            </a:extLst>
          </p:cNvPr>
          <p:cNvSpPr txBox="1"/>
          <p:nvPr/>
        </p:nvSpPr>
        <p:spPr>
          <a:xfrm>
            <a:off x="8413189" y="5719864"/>
            <a:ext cx="2804037" cy="646331"/>
          </a:xfrm>
          <a:prstGeom prst="rect">
            <a:avLst/>
          </a:prstGeom>
          <a:noFill/>
        </p:spPr>
        <p:txBody>
          <a:bodyPr wrap="none" rtlCol="0">
            <a:spAutoFit/>
          </a:bodyPr>
          <a:lstStyle/>
          <a:p>
            <a:r>
              <a:rPr lang="en-US" dirty="0">
                <a:solidFill>
                  <a:schemeClr val="bg1"/>
                </a:solidFill>
                <a:latin typeface="Century Schoolbook" panose="02040604050505020304" pitchFamily="18" charset="0"/>
              </a:rPr>
              <a:t>PRESENTED BY</a:t>
            </a:r>
          </a:p>
          <a:p>
            <a:r>
              <a:rPr lang="en-US" dirty="0">
                <a:solidFill>
                  <a:schemeClr val="bg1"/>
                </a:solidFill>
                <a:latin typeface="Century Schoolbook" panose="02040604050505020304" pitchFamily="18" charset="0"/>
              </a:rPr>
              <a:t>ANJANA KRISHNAN K</a:t>
            </a:r>
          </a:p>
        </p:txBody>
      </p:sp>
    </p:spTree>
    <p:extLst>
      <p:ext uri="{BB962C8B-B14F-4D97-AF65-F5344CB8AC3E}">
        <p14:creationId xmlns:p14="http://schemas.microsoft.com/office/powerpoint/2010/main" val="238784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hidden="1">
            <a:extLst>
              <a:ext uri="{FF2B5EF4-FFF2-40B4-BE49-F238E27FC236}">
                <a16:creationId xmlns:a16="http://schemas.microsoft.com/office/drawing/2014/main" id="{B5981CF1-BC08-49F8-B0F9-AAF98EC67450}"/>
              </a:ext>
            </a:extLst>
          </p:cNvPr>
          <p:cNvSpPr>
            <a:spLocks noGrp="1"/>
          </p:cNvSpPr>
          <p:nvPr>
            <p:ph type="title" idx="4294967295"/>
          </p:nvPr>
        </p:nvSpPr>
        <p:spPr>
          <a:xfrm>
            <a:off x="0" y="365125"/>
            <a:ext cx="10515600" cy="1325563"/>
          </a:xfrm>
        </p:spPr>
        <p:txBody>
          <a:bodyPr/>
          <a:lstStyle/>
          <a:p>
            <a:r>
              <a:rPr lang="en-US" dirty="0"/>
              <a:t>Project analysis slide 2</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INTRODUCTION</a:t>
            </a:r>
            <a:br>
              <a:rPr lang="en-US" sz="2800" dirty="0">
                <a:solidFill>
                  <a:schemeClr val="tx1">
                    <a:lumMod val="75000"/>
                    <a:lumOff val="25000"/>
                  </a:schemeClr>
                </a:solidFill>
                <a:latin typeface="Times New Roman" panose="02020603050405020304" pitchFamily="18" charset="0"/>
                <a:cs typeface="Times New Roman" panose="02020603050405020304" pitchFamily="18" charset="0"/>
              </a:rPr>
            </a:br>
            <a:endParaRPr lang="en-US" sz="28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044C3643-8A0E-47C1-BEB8-C73203B5E58D}"/>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56E8F5A5-5318-470B-8F42-337C264086AA}"/>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6AA1356D-8F1B-4281-BEC5-5B4EBF7467B1}"/>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6FB02354-C73F-4DCF-8004-E9CCA66963EA}"/>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39" name="Group 38" descr="Icon of gears. ">
            <a:extLst>
              <a:ext uri="{FF2B5EF4-FFF2-40B4-BE49-F238E27FC236}">
                <a16:creationId xmlns:a16="http://schemas.microsoft.com/office/drawing/2014/main" id="{5BC0E3F0-447D-4721-AB1F-C8243BA36671}"/>
              </a:ext>
            </a:extLst>
          </p:cNvPr>
          <p:cNvGrpSpPr/>
          <p:nvPr/>
        </p:nvGrpSpPr>
        <p:grpSpPr>
          <a:xfrm>
            <a:off x="4717582" y="5353558"/>
            <a:ext cx="343837" cy="343837"/>
            <a:chOff x="7613650" y="1387475"/>
            <a:chExt cx="284163" cy="284163"/>
          </a:xfrm>
          <a:solidFill>
            <a:schemeClr val="bg1"/>
          </a:solidFill>
        </p:grpSpPr>
        <p:sp>
          <p:nvSpPr>
            <p:cNvPr id="40" name="Freeform 4359">
              <a:extLst>
                <a:ext uri="{FF2B5EF4-FFF2-40B4-BE49-F238E27FC236}">
                  <a16:creationId xmlns:a16="http://schemas.microsoft.com/office/drawing/2014/main" id="{351831F3-9830-4A23-8B34-11A3FCCA027E}"/>
                </a:ext>
              </a:extLst>
            </p:cNvPr>
            <p:cNvSpPr>
              <a:spLocks noEditPoints="1"/>
            </p:cNvSpPr>
            <p:nvPr/>
          </p:nvSpPr>
          <p:spPr bwMode="auto">
            <a:xfrm>
              <a:off x="7613650" y="1471613"/>
              <a:ext cx="200025" cy="200025"/>
            </a:xfrm>
            <a:custGeom>
              <a:avLst/>
              <a:gdLst>
                <a:gd name="T0" fmla="*/ 276 w 629"/>
                <a:gd name="T1" fmla="*/ 436 h 629"/>
                <a:gd name="T2" fmla="*/ 233 w 629"/>
                <a:gd name="T3" fmla="*/ 411 h 629"/>
                <a:gd name="T4" fmla="*/ 202 w 629"/>
                <a:gd name="T5" fmla="*/ 374 h 629"/>
                <a:gd name="T6" fmla="*/ 187 w 629"/>
                <a:gd name="T7" fmla="*/ 325 h 629"/>
                <a:gd name="T8" fmla="*/ 192 w 629"/>
                <a:gd name="T9" fmla="*/ 274 h 629"/>
                <a:gd name="T10" fmla="*/ 216 w 629"/>
                <a:gd name="T11" fmla="*/ 231 h 629"/>
                <a:gd name="T12" fmla="*/ 253 w 629"/>
                <a:gd name="T13" fmla="*/ 199 h 629"/>
                <a:gd name="T14" fmla="*/ 301 w 629"/>
                <a:gd name="T15" fmla="*/ 184 h 629"/>
                <a:gd name="T16" fmla="*/ 352 w 629"/>
                <a:gd name="T17" fmla="*/ 190 h 629"/>
                <a:gd name="T18" fmla="*/ 395 w 629"/>
                <a:gd name="T19" fmla="*/ 213 h 629"/>
                <a:gd name="T20" fmla="*/ 426 w 629"/>
                <a:gd name="T21" fmla="*/ 252 h 629"/>
                <a:gd name="T22" fmla="*/ 441 w 629"/>
                <a:gd name="T23" fmla="*/ 300 h 629"/>
                <a:gd name="T24" fmla="*/ 436 w 629"/>
                <a:gd name="T25" fmla="*/ 350 h 629"/>
                <a:gd name="T26" fmla="*/ 413 w 629"/>
                <a:gd name="T27" fmla="*/ 394 h 629"/>
                <a:gd name="T28" fmla="*/ 375 w 629"/>
                <a:gd name="T29" fmla="*/ 425 h 629"/>
                <a:gd name="T30" fmla="*/ 327 w 629"/>
                <a:gd name="T31" fmla="*/ 440 h 629"/>
                <a:gd name="T32" fmla="*/ 572 w 629"/>
                <a:gd name="T33" fmla="*/ 346 h 629"/>
                <a:gd name="T34" fmla="*/ 574 w 629"/>
                <a:gd name="T35" fmla="*/ 302 h 629"/>
                <a:gd name="T36" fmla="*/ 620 w 629"/>
                <a:gd name="T37" fmla="*/ 241 h 629"/>
                <a:gd name="T38" fmla="*/ 628 w 629"/>
                <a:gd name="T39" fmla="*/ 231 h 629"/>
                <a:gd name="T40" fmla="*/ 625 w 629"/>
                <a:gd name="T41" fmla="*/ 219 h 629"/>
                <a:gd name="T42" fmla="*/ 544 w 629"/>
                <a:gd name="T43" fmla="*/ 84 h 629"/>
                <a:gd name="T44" fmla="*/ 532 w 629"/>
                <a:gd name="T45" fmla="*/ 83 h 629"/>
                <a:gd name="T46" fmla="*/ 447 w 629"/>
                <a:gd name="T47" fmla="*/ 88 h 629"/>
                <a:gd name="T48" fmla="*/ 407 w 629"/>
                <a:gd name="T49" fmla="*/ 69 h 629"/>
                <a:gd name="T50" fmla="*/ 404 w 629"/>
                <a:gd name="T51" fmla="*/ 7 h 629"/>
                <a:gd name="T52" fmla="*/ 395 w 629"/>
                <a:gd name="T53" fmla="*/ 0 h 629"/>
                <a:gd name="T54" fmla="*/ 235 w 629"/>
                <a:gd name="T55" fmla="*/ 1 h 629"/>
                <a:gd name="T56" fmla="*/ 227 w 629"/>
                <a:gd name="T57" fmla="*/ 10 h 629"/>
                <a:gd name="T58" fmla="*/ 216 w 629"/>
                <a:gd name="T59" fmla="*/ 72 h 629"/>
                <a:gd name="T60" fmla="*/ 177 w 629"/>
                <a:gd name="T61" fmla="*/ 91 h 629"/>
                <a:gd name="T62" fmla="*/ 98 w 629"/>
                <a:gd name="T63" fmla="*/ 84 h 629"/>
                <a:gd name="T64" fmla="*/ 87 w 629"/>
                <a:gd name="T65" fmla="*/ 83 h 629"/>
                <a:gd name="T66" fmla="*/ 78 w 629"/>
                <a:gd name="T67" fmla="*/ 90 h 629"/>
                <a:gd name="T68" fmla="*/ 1 w 629"/>
                <a:gd name="T69" fmla="*/ 228 h 629"/>
                <a:gd name="T70" fmla="*/ 57 w 629"/>
                <a:gd name="T71" fmla="*/ 269 h 629"/>
                <a:gd name="T72" fmla="*/ 54 w 629"/>
                <a:gd name="T73" fmla="*/ 313 h 629"/>
                <a:gd name="T74" fmla="*/ 57 w 629"/>
                <a:gd name="T75" fmla="*/ 355 h 629"/>
                <a:gd name="T76" fmla="*/ 2 w 629"/>
                <a:gd name="T77" fmla="*/ 391 h 629"/>
                <a:gd name="T78" fmla="*/ 1 w 629"/>
                <a:gd name="T79" fmla="*/ 402 h 629"/>
                <a:gd name="T80" fmla="*/ 86 w 629"/>
                <a:gd name="T81" fmla="*/ 543 h 629"/>
                <a:gd name="T82" fmla="*/ 98 w 629"/>
                <a:gd name="T83" fmla="*/ 542 h 629"/>
                <a:gd name="T84" fmla="*/ 177 w 629"/>
                <a:gd name="T85" fmla="*/ 533 h 629"/>
                <a:gd name="T86" fmla="*/ 216 w 629"/>
                <a:gd name="T87" fmla="*/ 552 h 629"/>
                <a:gd name="T88" fmla="*/ 227 w 629"/>
                <a:gd name="T89" fmla="*/ 620 h 629"/>
                <a:gd name="T90" fmla="*/ 235 w 629"/>
                <a:gd name="T91" fmla="*/ 628 h 629"/>
                <a:gd name="T92" fmla="*/ 395 w 629"/>
                <a:gd name="T93" fmla="*/ 629 h 629"/>
                <a:gd name="T94" fmla="*/ 404 w 629"/>
                <a:gd name="T95" fmla="*/ 623 h 629"/>
                <a:gd name="T96" fmla="*/ 407 w 629"/>
                <a:gd name="T97" fmla="*/ 556 h 629"/>
                <a:gd name="T98" fmla="*/ 447 w 629"/>
                <a:gd name="T99" fmla="*/ 538 h 629"/>
                <a:gd name="T100" fmla="*/ 533 w 629"/>
                <a:gd name="T101" fmla="*/ 543 h 629"/>
                <a:gd name="T102" fmla="*/ 545 w 629"/>
                <a:gd name="T103" fmla="*/ 543 h 629"/>
                <a:gd name="T104" fmla="*/ 627 w 629"/>
                <a:gd name="T105" fmla="*/ 405 h 629"/>
                <a:gd name="T106" fmla="*/ 628 w 629"/>
                <a:gd name="T107" fmla="*/ 394 h 629"/>
                <a:gd name="T108" fmla="*/ 621 w 629"/>
                <a:gd name="T109" fmla="*/ 385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29" h="629">
                  <a:moveTo>
                    <a:pt x="314" y="441"/>
                  </a:moveTo>
                  <a:lnTo>
                    <a:pt x="301" y="440"/>
                  </a:lnTo>
                  <a:lnTo>
                    <a:pt x="288" y="439"/>
                  </a:lnTo>
                  <a:lnTo>
                    <a:pt x="276" y="436"/>
                  </a:lnTo>
                  <a:lnTo>
                    <a:pt x="264" y="430"/>
                  </a:lnTo>
                  <a:lnTo>
                    <a:pt x="253" y="425"/>
                  </a:lnTo>
                  <a:lnTo>
                    <a:pt x="242" y="418"/>
                  </a:lnTo>
                  <a:lnTo>
                    <a:pt x="233" y="411"/>
                  </a:lnTo>
                  <a:lnTo>
                    <a:pt x="223" y="404"/>
                  </a:lnTo>
                  <a:lnTo>
                    <a:pt x="216" y="394"/>
                  </a:lnTo>
                  <a:lnTo>
                    <a:pt x="208" y="384"/>
                  </a:lnTo>
                  <a:lnTo>
                    <a:pt x="202" y="374"/>
                  </a:lnTo>
                  <a:lnTo>
                    <a:pt x="196" y="362"/>
                  </a:lnTo>
                  <a:lnTo>
                    <a:pt x="192" y="350"/>
                  </a:lnTo>
                  <a:lnTo>
                    <a:pt x="189" y="338"/>
                  </a:lnTo>
                  <a:lnTo>
                    <a:pt x="187" y="325"/>
                  </a:lnTo>
                  <a:lnTo>
                    <a:pt x="186" y="313"/>
                  </a:lnTo>
                  <a:lnTo>
                    <a:pt x="187" y="300"/>
                  </a:lnTo>
                  <a:lnTo>
                    <a:pt x="189" y="287"/>
                  </a:lnTo>
                  <a:lnTo>
                    <a:pt x="192" y="274"/>
                  </a:lnTo>
                  <a:lnTo>
                    <a:pt x="196" y="262"/>
                  </a:lnTo>
                  <a:lnTo>
                    <a:pt x="202" y="252"/>
                  </a:lnTo>
                  <a:lnTo>
                    <a:pt x="208" y="241"/>
                  </a:lnTo>
                  <a:lnTo>
                    <a:pt x="216" y="231"/>
                  </a:lnTo>
                  <a:lnTo>
                    <a:pt x="223" y="222"/>
                  </a:lnTo>
                  <a:lnTo>
                    <a:pt x="233" y="213"/>
                  </a:lnTo>
                  <a:lnTo>
                    <a:pt x="242" y="206"/>
                  </a:lnTo>
                  <a:lnTo>
                    <a:pt x="253" y="199"/>
                  </a:lnTo>
                  <a:lnTo>
                    <a:pt x="264" y="194"/>
                  </a:lnTo>
                  <a:lnTo>
                    <a:pt x="276" y="190"/>
                  </a:lnTo>
                  <a:lnTo>
                    <a:pt x="288" y="186"/>
                  </a:lnTo>
                  <a:lnTo>
                    <a:pt x="301" y="184"/>
                  </a:lnTo>
                  <a:lnTo>
                    <a:pt x="314" y="184"/>
                  </a:lnTo>
                  <a:lnTo>
                    <a:pt x="327" y="184"/>
                  </a:lnTo>
                  <a:lnTo>
                    <a:pt x="340" y="186"/>
                  </a:lnTo>
                  <a:lnTo>
                    <a:pt x="352" y="190"/>
                  </a:lnTo>
                  <a:lnTo>
                    <a:pt x="363" y="194"/>
                  </a:lnTo>
                  <a:lnTo>
                    <a:pt x="375" y="199"/>
                  </a:lnTo>
                  <a:lnTo>
                    <a:pt x="386" y="206"/>
                  </a:lnTo>
                  <a:lnTo>
                    <a:pt x="395" y="213"/>
                  </a:lnTo>
                  <a:lnTo>
                    <a:pt x="404" y="222"/>
                  </a:lnTo>
                  <a:lnTo>
                    <a:pt x="413" y="231"/>
                  </a:lnTo>
                  <a:lnTo>
                    <a:pt x="420" y="241"/>
                  </a:lnTo>
                  <a:lnTo>
                    <a:pt x="426" y="252"/>
                  </a:lnTo>
                  <a:lnTo>
                    <a:pt x="432" y="262"/>
                  </a:lnTo>
                  <a:lnTo>
                    <a:pt x="436" y="274"/>
                  </a:lnTo>
                  <a:lnTo>
                    <a:pt x="439" y="287"/>
                  </a:lnTo>
                  <a:lnTo>
                    <a:pt x="441" y="300"/>
                  </a:lnTo>
                  <a:lnTo>
                    <a:pt x="443" y="313"/>
                  </a:lnTo>
                  <a:lnTo>
                    <a:pt x="441" y="325"/>
                  </a:lnTo>
                  <a:lnTo>
                    <a:pt x="439" y="338"/>
                  </a:lnTo>
                  <a:lnTo>
                    <a:pt x="436" y="350"/>
                  </a:lnTo>
                  <a:lnTo>
                    <a:pt x="432" y="362"/>
                  </a:lnTo>
                  <a:lnTo>
                    <a:pt x="426" y="374"/>
                  </a:lnTo>
                  <a:lnTo>
                    <a:pt x="420" y="384"/>
                  </a:lnTo>
                  <a:lnTo>
                    <a:pt x="413" y="394"/>
                  </a:lnTo>
                  <a:lnTo>
                    <a:pt x="404" y="404"/>
                  </a:lnTo>
                  <a:lnTo>
                    <a:pt x="395" y="411"/>
                  </a:lnTo>
                  <a:lnTo>
                    <a:pt x="386" y="418"/>
                  </a:lnTo>
                  <a:lnTo>
                    <a:pt x="375" y="425"/>
                  </a:lnTo>
                  <a:lnTo>
                    <a:pt x="363" y="430"/>
                  </a:lnTo>
                  <a:lnTo>
                    <a:pt x="352" y="436"/>
                  </a:lnTo>
                  <a:lnTo>
                    <a:pt x="340" y="439"/>
                  </a:lnTo>
                  <a:lnTo>
                    <a:pt x="327" y="440"/>
                  </a:lnTo>
                  <a:lnTo>
                    <a:pt x="314" y="441"/>
                  </a:lnTo>
                  <a:close/>
                  <a:moveTo>
                    <a:pt x="621" y="385"/>
                  </a:moveTo>
                  <a:lnTo>
                    <a:pt x="571" y="355"/>
                  </a:lnTo>
                  <a:lnTo>
                    <a:pt x="572" y="346"/>
                  </a:lnTo>
                  <a:lnTo>
                    <a:pt x="573" y="335"/>
                  </a:lnTo>
                  <a:lnTo>
                    <a:pt x="574" y="323"/>
                  </a:lnTo>
                  <a:lnTo>
                    <a:pt x="574" y="313"/>
                  </a:lnTo>
                  <a:lnTo>
                    <a:pt x="574" y="302"/>
                  </a:lnTo>
                  <a:lnTo>
                    <a:pt x="573" y="291"/>
                  </a:lnTo>
                  <a:lnTo>
                    <a:pt x="572" y="280"/>
                  </a:lnTo>
                  <a:lnTo>
                    <a:pt x="570" y="269"/>
                  </a:lnTo>
                  <a:lnTo>
                    <a:pt x="620" y="241"/>
                  </a:lnTo>
                  <a:lnTo>
                    <a:pt x="623" y="239"/>
                  </a:lnTo>
                  <a:lnTo>
                    <a:pt x="624" y="237"/>
                  </a:lnTo>
                  <a:lnTo>
                    <a:pt x="627" y="234"/>
                  </a:lnTo>
                  <a:lnTo>
                    <a:pt x="628" y="231"/>
                  </a:lnTo>
                  <a:lnTo>
                    <a:pt x="628" y="228"/>
                  </a:lnTo>
                  <a:lnTo>
                    <a:pt x="628" y="226"/>
                  </a:lnTo>
                  <a:lnTo>
                    <a:pt x="628" y="223"/>
                  </a:lnTo>
                  <a:lnTo>
                    <a:pt x="625" y="219"/>
                  </a:lnTo>
                  <a:lnTo>
                    <a:pt x="551" y="90"/>
                  </a:lnTo>
                  <a:lnTo>
                    <a:pt x="548" y="87"/>
                  </a:lnTo>
                  <a:lnTo>
                    <a:pt x="546" y="85"/>
                  </a:lnTo>
                  <a:lnTo>
                    <a:pt x="544" y="84"/>
                  </a:lnTo>
                  <a:lnTo>
                    <a:pt x="541" y="83"/>
                  </a:lnTo>
                  <a:lnTo>
                    <a:pt x="539" y="81"/>
                  </a:lnTo>
                  <a:lnTo>
                    <a:pt x="536" y="81"/>
                  </a:lnTo>
                  <a:lnTo>
                    <a:pt x="532" y="83"/>
                  </a:lnTo>
                  <a:lnTo>
                    <a:pt x="530" y="84"/>
                  </a:lnTo>
                  <a:lnTo>
                    <a:pt x="481" y="113"/>
                  </a:lnTo>
                  <a:lnTo>
                    <a:pt x="465" y="99"/>
                  </a:lnTo>
                  <a:lnTo>
                    <a:pt x="447" y="88"/>
                  </a:lnTo>
                  <a:lnTo>
                    <a:pt x="438" y="83"/>
                  </a:lnTo>
                  <a:lnTo>
                    <a:pt x="429" y="77"/>
                  </a:lnTo>
                  <a:lnTo>
                    <a:pt x="418" y="73"/>
                  </a:lnTo>
                  <a:lnTo>
                    <a:pt x="407" y="69"/>
                  </a:lnTo>
                  <a:lnTo>
                    <a:pt x="407" y="15"/>
                  </a:lnTo>
                  <a:lnTo>
                    <a:pt x="407" y="12"/>
                  </a:lnTo>
                  <a:lnTo>
                    <a:pt x="406" y="10"/>
                  </a:lnTo>
                  <a:lnTo>
                    <a:pt x="404" y="7"/>
                  </a:lnTo>
                  <a:lnTo>
                    <a:pt x="403" y="4"/>
                  </a:lnTo>
                  <a:lnTo>
                    <a:pt x="401" y="2"/>
                  </a:lnTo>
                  <a:lnTo>
                    <a:pt x="398" y="1"/>
                  </a:lnTo>
                  <a:lnTo>
                    <a:pt x="395" y="0"/>
                  </a:lnTo>
                  <a:lnTo>
                    <a:pt x="392" y="0"/>
                  </a:lnTo>
                  <a:lnTo>
                    <a:pt x="241" y="0"/>
                  </a:lnTo>
                  <a:lnTo>
                    <a:pt x="238" y="0"/>
                  </a:lnTo>
                  <a:lnTo>
                    <a:pt x="235" y="1"/>
                  </a:lnTo>
                  <a:lnTo>
                    <a:pt x="233" y="2"/>
                  </a:lnTo>
                  <a:lnTo>
                    <a:pt x="231" y="4"/>
                  </a:lnTo>
                  <a:lnTo>
                    <a:pt x="229" y="7"/>
                  </a:lnTo>
                  <a:lnTo>
                    <a:pt x="227" y="10"/>
                  </a:lnTo>
                  <a:lnTo>
                    <a:pt x="226" y="12"/>
                  </a:lnTo>
                  <a:lnTo>
                    <a:pt x="226" y="15"/>
                  </a:lnTo>
                  <a:lnTo>
                    <a:pt x="226" y="69"/>
                  </a:lnTo>
                  <a:lnTo>
                    <a:pt x="216" y="72"/>
                  </a:lnTo>
                  <a:lnTo>
                    <a:pt x="206" y="76"/>
                  </a:lnTo>
                  <a:lnTo>
                    <a:pt x="196" y="80"/>
                  </a:lnTo>
                  <a:lnTo>
                    <a:pt x="187" y="86"/>
                  </a:lnTo>
                  <a:lnTo>
                    <a:pt x="177" y="91"/>
                  </a:lnTo>
                  <a:lnTo>
                    <a:pt x="168" y="98"/>
                  </a:lnTo>
                  <a:lnTo>
                    <a:pt x="159" y="105"/>
                  </a:lnTo>
                  <a:lnTo>
                    <a:pt x="149" y="113"/>
                  </a:lnTo>
                  <a:lnTo>
                    <a:pt x="98" y="84"/>
                  </a:lnTo>
                  <a:lnTo>
                    <a:pt x="96" y="83"/>
                  </a:lnTo>
                  <a:lnTo>
                    <a:pt x="93" y="81"/>
                  </a:lnTo>
                  <a:lnTo>
                    <a:pt x="90" y="81"/>
                  </a:lnTo>
                  <a:lnTo>
                    <a:pt x="87" y="83"/>
                  </a:lnTo>
                  <a:lnTo>
                    <a:pt x="84" y="84"/>
                  </a:lnTo>
                  <a:lnTo>
                    <a:pt x="82" y="85"/>
                  </a:lnTo>
                  <a:lnTo>
                    <a:pt x="80" y="87"/>
                  </a:lnTo>
                  <a:lnTo>
                    <a:pt x="78" y="90"/>
                  </a:lnTo>
                  <a:lnTo>
                    <a:pt x="3" y="219"/>
                  </a:lnTo>
                  <a:lnTo>
                    <a:pt x="1" y="222"/>
                  </a:lnTo>
                  <a:lnTo>
                    <a:pt x="1" y="225"/>
                  </a:lnTo>
                  <a:lnTo>
                    <a:pt x="1" y="228"/>
                  </a:lnTo>
                  <a:lnTo>
                    <a:pt x="1" y="230"/>
                  </a:lnTo>
                  <a:lnTo>
                    <a:pt x="4" y="236"/>
                  </a:lnTo>
                  <a:lnTo>
                    <a:pt x="8" y="241"/>
                  </a:lnTo>
                  <a:lnTo>
                    <a:pt x="57" y="269"/>
                  </a:lnTo>
                  <a:lnTo>
                    <a:pt x="56" y="280"/>
                  </a:lnTo>
                  <a:lnTo>
                    <a:pt x="55" y="291"/>
                  </a:lnTo>
                  <a:lnTo>
                    <a:pt x="54" y="302"/>
                  </a:lnTo>
                  <a:lnTo>
                    <a:pt x="54" y="313"/>
                  </a:lnTo>
                  <a:lnTo>
                    <a:pt x="54" y="323"/>
                  </a:lnTo>
                  <a:lnTo>
                    <a:pt x="55" y="335"/>
                  </a:lnTo>
                  <a:lnTo>
                    <a:pt x="56" y="346"/>
                  </a:lnTo>
                  <a:lnTo>
                    <a:pt x="57" y="355"/>
                  </a:lnTo>
                  <a:lnTo>
                    <a:pt x="7" y="385"/>
                  </a:lnTo>
                  <a:lnTo>
                    <a:pt x="5" y="387"/>
                  </a:lnTo>
                  <a:lnTo>
                    <a:pt x="3" y="389"/>
                  </a:lnTo>
                  <a:lnTo>
                    <a:pt x="2" y="391"/>
                  </a:lnTo>
                  <a:lnTo>
                    <a:pt x="1" y="394"/>
                  </a:lnTo>
                  <a:lnTo>
                    <a:pt x="0" y="396"/>
                  </a:lnTo>
                  <a:lnTo>
                    <a:pt x="1" y="399"/>
                  </a:lnTo>
                  <a:lnTo>
                    <a:pt x="1" y="402"/>
                  </a:lnTo>
                  <a:lnTo>
                    <a:pt x="2" y="405"/>
                  </a:lnTo>
                  <a:lnTo>
                    <a:pt x="78" y="536"/>
                  </a:lnTo>
                  <a:lnTo>
                    <a:pt x="81" y="540"/>
                  </a:lnTo>
                  <a:lnTo>
                    <a:pt x="86" y="543"/>
                  </a:lnTo>
                  <a:lnTo>
                    <a:pt x="89" y="544"/>
                  </a:lnTo>
                  <a:lnTo>
                    <a:pt x="93" y="544"/>
                  </a:lnTo>
                  <a:lnTo>
                    <a:pt x="95" y="543"/>
                  </a:lnTo>
                  <a:lnTo>
                    <a:pt x="98" y="542"/>
                  </a:lnTo>
                  <a:lnTo>
                    <a:pt x="149" y="513"/>
                  </a:lnTo>
                  <a:lnTo>
                    <a:pt x="159" y="520"/>
                  </a:lnTo>
                  <a:lnTo>
                    <a:pt x="168" y="527"/>
                  </a:lnTo>
                  <a:lnTo>
                    <a:pt x="177" y="533"/>
                  </a:lnTo>
                  <a:lnTo>
                    <a:pt x="187" y="539"/>
                  </a:lnTo>
                  <a:lnTo>
                    <a:pt x="196" y="544"/>
                  </a:lnTo>
                  <a:lnTo>
                    <a:pt x="206" y="549"/>
                  </a:lnTo>
                  <a:lnTo>
                    <a:pt x="216" y="552"/>
                  </a:lnTo>
                  <a:lnTo>
                    <a:pt x="226" y="556"/>
                  </a:lnTo>
                  <a:lnTo>
                    <a:pt x="226" y="614"/>
                  </a:lnTo>
                  <a:lnTo>
                    <a:pt x="226" y="617"/>
                  </a:lnTo>
                  <a:lnTo>
                    <a:pt x="227" y="620"/>
                  </a:lnTo>
                  <a:lnTo>
                    <a:pt x="229" y="623"/>
                  </a:lnTo>
                  <a:lnTo>
                    <a:pt x="231" y="625"/>
                  </a:lnTo>
                  <a:lnTo>
                    <a:pt x="233" y="627"/>
                  </a:lnTo>
                  <a:lnTo>
                    <a:pt x="235" y="628"/>
                  </a:lnTo>
                  <a:lnTo>
                    <a:pt x="238" y="629"/>
                  </a:lnTo>
                  <a:lnTo>
                    <a:pt x="241" y="629"/>
                  </a:lnTo>
                  <a:lnTo>
                    <a:pt x="392" y="629"/>
                  </a:lnTo>
                  <a:lnTo>
                    <a:pt x="395" y="629"/>
                  </a:lnTo>
                  <a:lnTo>
                    <a:pt x="398" y="628"/>
                  </a:lnTo>
                  <a:lnTo>
                    <a:pt x="401" y="627"/>
                  </a:lnTo>
                  <a:lnTo>
                    <a:pt x="403" y="625"/>
                  </a:lnTo>
                  <a:lnTo>
                    <a:pt x="404" y="623"/>
                  </a:lnTo>
                  <a:lnTo>
                    <a:pt x="406" y="620"/>
                  </a:lnTo>
                  <a:lnTo>
                    <a:pt x="407" y="617"/>
                  </a:lnTo>
                  <a:lnTo>
                    <a:pt x="407" y="614"/>
                  </a:lnTo>
                  <a:lnTo>
                    <a:pt x="407" y="556"/>
                  </a:lnTo>
                  <a:lnTo>
                    <a:pt x="418" y="552"/>
                  </a:lnTo>
                  <a:lnTo>
                    <a:pt x="429" y="548"/>
                  </a:lnTo>
                  <a:lnTo>
                    <a:pt x="438" y="544"/>
                  </a:lnTo>
                  <a:lnTo>
                    <a:pt x="447" y="538"/>
                  </a:lnTo>
                  <a:lnTo>
                    <a:pt x="465" y="527"/>
                  </a:lnTo>
                  <a:lnTo>
                    <a:pt x="481" y="513"/>
                  </a:lnTo>
                  <a:lnTo>
                    <a:pt x="530" y="542"/>
                  </a:lnTo>
                  <a:lnTo>
                    <a:pt x="533" y="543"/>
                  </a:lnTo>
                  <a:lnTo>
                    <a:pt x="537" y="544"/>
                  </a:lnTo>
                  <a:lnTo>
                    <a:pt x="539" y="544"/>
                  </a:lnTo>
                  <a:lnTo>
                    <a:pt x="542" y="543"/>
                  </a:lnTo>
                  <a:lnTo>
                    <a:pt x="545" y="543"/>
                  </a:lnTo>
                  <a:lnTo>
                    <a:pt x="547" y="540"/>
                  </a:lnTo>
                  <a:lnTo>
                    <a:pt x="550" y="539"/>
                  </a:lnTo>
                  <a:lnTo>
                    <a:pt x="552" y="536"/>
                  </a:lnTo>
                  <a:lnTo>
                    <a:pt x="627" y="405"/>
                  </a:lnTo>
                  <a:lnTo>
                    <a:pt x="628" y="402"/>
                  </a:lnTo>
                  <a:lnTo>
                    <a:pt x="628" y="399"/>
                  </a:lnTo>
                  <a:lnTo>
                    <a:pt x="629" y="396"/>
                  </a:lnTo>
                  <a:lnTo>
                    <a:pt x="628" y="394"/>
                  </a:lnTo>
                  <a:lnTo>
                    <a:pt x="627" y="391"/>
                  </a:lnTo>
                  <a:lnTo>
                    <a:pt x="625" y="389"/>
                  </a:lnTo>
                  <a:lnTo>
                    <a:pt x="623" y="387"/>
                  </a:lnTo>
                  <a:lnTo>
                    <a:pt x="621" y="3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1" name="Freeform 4360">
              <a:extLst>
                <a:ext uri="{FF2B5EF4-FFF2-40B4-BE49-F238E27FC236}">
                  <a16:creationId xmlns:a16="http://schemas.microsoft.com/office/drawing/2014/main" id="{CDB8F87B-81A2-480F-ADA8-BFB5FD890ACD}"/>
                </a:ext>
              </a:extLst>
            </p:cNvPr>
            <p:cNvSpPr>
              <a:spLocks noEditPoints="1"/>
            </p:cNvSpPr>
            <p:nvPr/>
          </p:nvSpPr>
          <p:spPr bwMode="auto">
            <a:xfrm>
              <a:off x="7781925" y="1387475"/>
              <a:ext cx="115888" cy="117475"/>
            </a:xfrm>
            <a:custGeom>
              <a:avLst/>
              <a:gdLst>
                <a:gd name="T0" fmla="*/ 160 w 362"/>
                <a:gd name="T1" fmla="*/ 252 h 369"/>
                <a:gd name="T2" fmla="*/ 135 w 362"/>
                <a:gd name="T3" fmla="*/ 238 h 369"/>
                <a:gd name="T4" fmla="*/ 118 w 362"/>
                <a:gd name="T5" fmla="*/ 218 h 369"/>
                <a:gd name="T6" fmla="*/ 109 w 362"/>
                <a:gd name="T7" fmla="*/ 190 h 369"/>
                <a:gd name="T8" fmla="*/ 113 w 362"/>
                <a:gd name="T9" fmla="*/ 162 h 369"/>
                <a:gd name="T10" fmla="*/ 125 w 362"/>
                <a:gd name="T11" fmla="*/ 138 h 369"/>
                <a:gd name="T12" fmla="*/ 147 w 362"/>
                <a:gd name="T13" fmla="*/ 121 h 369"/>
                <a:gd name="T14" fmla="*/ 174 w 362"/>
                <a:gd name="T15" fmla="*/ 112 h 369"/>
                <a:gd name="T16" fmla="*/ 202 w 362"/>
                <a:gd name="T17" fmla="*/ 114 h 369"/>
                <a:gd name="T18" fmla="*/ 226 w 362"/>
                <a:gd name="T19" fmla="*/ 128 h 369"/>
                <a:gd name="T20" fmla="*/ 244 w 362"/>
                <a:gd name="T21" fmla="*/ 149 h 369"/>
                <a:gd name="T22" fmla="*/ 252 w 362"/>
                <a:gd name="T23" fmla="*/ 176 h 369"/>
                <a:gd name="T24" fmla="*/ 250 w 362"/>
                <a:gd name="T25" fmla="*/ 205 h 369"/>
                <a:gd name="T26" fmla="*/ 236 w 362"/>
                <a:gd name="T27" fmla="*/ 229 h 369"/>
                <a:gd name="T28" fmla="*/ 215 w 362"/>
                <a:gd name="T29" fmla="*/ 247 h 369"/>
                <a:gd name="T30" fmla="*/ 189 w 362"/>
                <a:gd name="T31" fmla="*/ 254 h 369"/>
                <a:gd name="T32" fmla="*/ 328 w 362"/>
                <a:gd name="T33" fmla="*/ 195 h 369"/>
                <a:gd name="T34" fmla="*/ 354 w 362"/>
                <a:gd name="T35" fmla="*/ 144 h 369"/>
                <a:gd name="T36" fmla="*/ 361 w 362"/>
                <a:gd name="T37" fmla="*/ 136 h 369"/>
                <a:gd name="T38" fmla="*/ 360 w 362"/>
                <a:gd name="T39" fmla="*/ 124 h 369"/>
                <a:gd name="T40" fmla="*/ 316 w 362"/>
                <a:gd name="T41" fmla="*/ 53 h 369"/>
                <a:gd name="T42" fmla="*/ 304 w 362"/>
                <a:gd name="T43" fmla="*/ 52 h 369"/>
                <a:gd name="T44" fmla="*/ 256 w 362"/>
                <a:gd name="T45" fmla="*/ 56 h 369"/>
                <a:gd name="T46" fmla="*/ 236 w 362"/>
                <a:gd name="T47" fmla="*/ 10 h 369"/>
                <a:gd name="T48" fmla="*/ 229 w 362"/>
                <a:gd name="T49" fmla="*/ 2 h 369"/>
                <a:gd name="T50" fmla="*/ 146 w 362"/>
                <a:gd name="T51" fmla="*/ 0 h 369"/>
                <a:gd name="T52" fmla="*/ 135 w 362"/>
                <a:gd name="T53" fmla="*/ 3 h 369"/>
                <a:gd name="T54" fmla="*/ 131 w 362"/>
                <a:gd name="T55" fmla="*/ 14 h 369"/>
                <a:gd name="T56" fmla="*/ 99 w 362"/>
                <a:gd name="T57" fmla="*/ 63 h 369"/>
                <a:gd name="T58" fmla="*/ 55 w 362"/>
                <a:gd name="T59" fmla="*/ 51 h 369"/>
                <a:gd name="T60" fmla="*/ 44 w 362"/>
                <a:gd name="T61" fmla="*/ 54 h 369"/>
                <a:gd name="T62" fmla="*/ 1 w 362"/>
                <a:gd name="T63" fmla="*/ 126 h 369"/>
                <a:gd name="T64" fmla="*/ 2 w 362"/>
                <a:gd name="T65" fmla="*/ 139 h 369"/>
                <a:gd name="T66" fmla="*/ 36 w 362"/>
                <a:gd name="T67" fmla="*/ 160 h 369"/>
                <a:gd name="T68" fmla="*/ 36 w 362"/>
                <a:gd name="T69" fmla="*/ 207 h 369"/>
                <a:gd name="T70" fmla="*/ 1 w 362"/>
                <a:gd name="T71" fmla="*/ 230 h 369"/>
                <a:gd name="T72" fmla="*/ 1 w 362"/>
                <a:gd name="T73" fmla="*/ 240 h 369"/>
                <a:gd name="T74" fmla="*/ 44 w 362"/>
                <a:gd name="T75" fmla="*/ 313 h 369"/>
                <a:gd name="T76" fmla="*/ 60 w 362"/>
                <a:gd name="T77" fmla="*/ 314 h 369"/>
                <a:gd name="T78" fmla="*/ 120 w 362"/>
                <a:gd name="T79" fmla="*/ 316 h 369"/>
                <a:gd name="T80" fmla="*/ 132 w 362"/>
                <a:gd name="T81" fmla="*/ 359 h 369"/>
                <a:gd name="T82" fmla="*/ 140 w 362"/>
                <a:gd name="T83" fmla="*/ 368 h 369"/>
                <a:gd name="T84" fmla="*/ 225 w 362"/>
                <a:gd name="T85" fmla="*/ 368 h 369"/>
                <a:gd name="T86" fmla="*/ 233 w 362"/>
                <a:gd name="T87" fmla="*/ 361 h 369"/>
                <a:gd name="T88" fmla="*/ 237 w 362"/>
                <a:gd name="T89" fmla="*/ 321 h 369"/>
                <a:gd name="T90" fmla="*/ 274 w 362"/>
                <a:gd name="T91" fmla="*/ 298 h 369"/>
                <a:gd name="T92" fmla="*/ 310 w 362"/>
                <a:gd name="T93" fmla="*/ 316 h 369"/>
                <a:gd name="T94" fmla="*/ 360 w 362"/>
                <a:gd name="T95" fmla="*/ 243 h 369"/>
                <a:gd name="T96" fmla="*/ 362 w 362"/>
                <a:gd name="T97" fmla="*/ 232 h 369"/>
                <a:gd name="T98" fmla="*/ 354 w 362"/>
                <a:gd name="T99" fmla="*/ 223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2" h="369">
                  <a:moveTo>
                    <a:pt x="181" y="255"/>
                  </a:moveTo>
                  <a:lnTo>
                    <a:pt x="174" y="254"/>
                  </a:lnTo>
                  <a:lnTo>
                    <a:pt x="166" y="253"/>
                  </a:lnTo>
                  <a:lnTo>
                    <a:pt x="160" y="252"/>
                  </a:lnTo>
                  <a:lnTo>
                    <a:pt x="153" y="249"/>
                  </a:lnTo>
                  <a:lnTo>
                    <a:pt x="147" y="247"/>
                  </a:lnTo>
                  <a:lnTo>
                    <a:pt x="141" y="243"/>
                  </a:lnTo>
                  <a:lnTo>
                    <a:pt x="135" y="238"/>
                  </a:lnTo>
                  <a:lnTo>
                    <a:pt x="131" y="234"/>
                  </a:lnTo>
                  <a:lnTo>
                    <a:pt x="125" y="229"/>
                  </a:lnTo>
                  <a:lnTo>
                    <a:pt x="122" y="223"/>
                  </a:lnTo>
                  <a:lnTo>
                    <a:pt x="118" y="218"/>
                  </a:lnTo>
                  <a:lnTo>
                    <a:pt x="115" y="212"/>
                  </a:lnTo>
                  <a:lnTo>
                    <a:pt x="113" y="205"/>
                  </a:lnTo>
                  <a:lnTo>
                    <a:pt x="110" y="198"/>
                  </a:lnTo>
                  <a:lnTo>
                    <a:pt x="109" y="190"/>
                  </a:lnTo>
                  <a:lnTo>
                    <a:pt x="109" y="183"/>
                  </a:lnTo>
                  <a:lnTo>
                    <a:pt x="109" y="176"/>
                  </a:lnTo>
                  <a:lnTo>
                    <a:pt x="110" y="169"/>
                  </a:lnTo>
                  <a:lnTo>
                    <a:pt x="113" y="162"/>
                  </a:lnTo>
                  <a:lnTo>
                    <a:pt x="115" y="156"/>
                  </a:lnTo>
                  <a:lnTo>
                    <a:pt x="118" y="149"/>
                  </a:lnTo>
                  <a:lnTo>
                    <a:pt x="122" y="143"/>
                  </a:lnTo>
                  <a:lnTo>
                    <a:pt x="125" y="138"/>
                  </a:lnTo>
                  <a:lnTo>
                    <a:pt x="131" y="132"/>
                  </a:lnTo>
                  <a:lnTo>
                    <a:pt x="135" y="128"/>
                  </a:lnTo>
                  <a:lnTo>
                    <a:pt x="141" y="124"/>
                  </a:lnTo>
                  <a:lnTo>
                    <a:pt x="147" y="121"/>
                  </a:lnTo>
                  <a:lnTo>
                    <a:pt x="153" y="117"/>
                  </a:lnTo>
                  <a:lnTo>
                    <a:pt x="160" y="114"/>
                  </a:lnTo>
                  <a:lnTo>
                    <a:pt x="166" y="113"/>
                  </a:lnTo>
                  <a:lnTo>
                    <a:pt x="174" y="112"/>
                  </a:lnTo>
                  <a:lnTo>
                    <a:pt x="181" y="111"/>
                  </a:lnTo>
                  <a:lnTo>
                    <a:pt x="189" y="112"/>
                  </a:lnTo>
                  <a:lnTo>
                    <a:pt x="195" y="113"/>
                  </a:lnTo>
                  <a:lnTo>
                    <a:pt x="202" y="114"/>
                  </a:lnTo>
                  <a:lnTo>
                    <a:pt x="209" y="117"/>
                  </a:lnTo>
                  <a:lnTo>
                    <a:pt x="215" y="121"/>
                  </a:lnTo>
                  <a:lnTo>
                    <a:pt x="221" y="124"/>
                  </a:lnTo>
                  <a:lnTo>
                    <a:pt x="226" y="128"/>
                  </a:lnTo>
                  <a:lnTo>
                    <a:pt x="231" y="132"/>
                  </a:lnTo>
                  <a:lnTo>
                    <a:pt x="236" y="138"/>
                  </a:lnTo>
                  <a:lnTo>
                    <a:pt x="240" y="143"/>
                  </a:lnTo>
                  <a:lnTo>
                    <a:pt x="244" y="149"/>
                  </a:lnTo>
                  <a:lnTo>
                    <a:pt x="247" y="156"/>
                  </a:lnTo>
                  <a:lnTo>
                    <a:pt x="250" y="162"/>
                  </a:lnTo>
                  <a:lnTo>
                    <a:pt x="251" y="169"/>
                  </a:lnTo>
                  <a:lnTo>
                    <a:pt x="252" y="176"/>
                  </a:lnTo>
                  <a:lnTo>
                    <a:pt x="253" y="183"/>
                  </a:lnTo>
                  <a:lnTo>
                    <a:pt x="252" y="190"/>
                  </a:lnTo>
                  <a:lnTo>
                    <a:pt x="251" y="198"/>
                  </a:lnTo>
                  <a:lnTo>
                    <a:pt x="250" y="205"/>
                  </a:lnTo>
                  <a:lnTo>
                    <a:pt x="247" y="212"/>
                  </a:lnTo>
                  <a:lnTo>
                    <a:pt x="244" y="218"/>
                  </a:lnTo>
                  <a:lnTo>
                    <a:pt x="240" y="223"/>
                  </a:lnTo>
                  <a:lnTo>
                    <a:pt x="236" y="229"/>
                  </a:lnTo>
                  <a:lnTo>
                    <a:pt x="231" y="234"/>
                  </a:lnTo>
                  <a:lnTo>
                    <a:pt x="226" y="238"/>
                  </a:lnTo>
                  <a:lnTo>
                    <a:pt x="221" y="243"/>
                  </a:lnTo>
                  <a:lnTo>
                    <a:pt x="215" y="247"/>
                  </a:lnTo>
                  <a:lnTo>
                    <a:pt x="209" y="249"/>
                  </a:lnTo>
                  <a:lnTo>
                    <a:pt x="202" y="252"/>
                  </a:lnTo>
                  <a:lnTo>
                    <a:pt x="195" y="253"/>
                  </a:lnTo>
                  <a:lnTo>
                    <a:pt x="189" y="254"/>
                  </a:lnTo>
                  <a:lnTo>
                    <a:pt x="181" y="255"/>
                  </a:lnTo>
                  <a:close/>
                  <a:moveTo>
                    <a:pt x="354" y="223"/>
                  </a:moveTo>
                  <a:lnTo>
                    <a:pt x="327" y="207"/>
                  </a:lnTo>
                  <a:lnTo>
                    <a:pt x="328" y="195"/>
                  </a:lnTo>
                  <a:lnTo>
                    <a:pt x="328" y="183"/>
                  </a:lnTo>
                  <a:lnTo>
                    <a:pt x="328" y="172"/>
                  </a:lnTo>
                  <a:lnTo>
                    <a:pt x="327" y="160"/>
                  </a:lnTo>
                  <a:lnTo>
                    <a:pt x="354" y="144"/>
                  </a:lnTo>
                  <a:lnTo>
                    <a:pt x="357" y="143"/>
                  </a:lnTo>
                  <a:lnTo>
                    <a:pt x="359" y="141"/>
                  </a:lnTo>
                  <a:lnTo>
                    <a:pt x="360" y="139"/>
                  </a:lnTo>
                  <a:lnTo>
                    <a:pt x="361" y="136"/>
                  </a:lnTo>
                  <a:lnTo>
                    <a:pt x="362" y="132"/>
                  </a:lnTo>
                  <a:lnTo>
                    <a:pt x="362" y="129"/>
                  </a:lnTo>
                  <a:lnTo>
                    <a:pt x="361" y="126"/>
                  </a:lnTo>
                  <a:lnTo>
                    <a:pt x="360" y="124"/>
                  </a:lnTo>
                  <a:lnTo>
                    <a:pt x="322" y="59"/>
                  </a:lnTo>
                  <a:lnTo>
                    <a:pt x="320" y="56"/>
                  </a:lnTo>
                  <a:lnTo>
                    <a:pt x="318" y="54"/>
                  </a:lnTo>
                  <a:lnTo>
                    <a:pt x="316" y="53"/>
                  </a:lnTo>
                  <a:lnTo>
                    <a:pt x="313" y="51"/>
                  </a:lnTo>
                  <a:lnTo>
                    <a:pt x="309" y="51"/>
                  </a:lnTo>
                  <a:lnTo>
                    <a:pt x="307" y="51"/>
                  </a:lnTo>
                  <a:lnTo>
                    <a:pt x="304" y="52"/>
                  </a:lnTo>
                  <a:lnTo>
                    <a:pt x="301" y="53"/>
                  </a:lnTo>
                  <a:lnTo>
                    <a:pt x="274" y="69"/>
                  </a:lnTo>
                  <a:lnTo>
                    <a:pt x="266" y="63"/>
                  </a:lnTo>
                  <a:lnTo>
                    <a:pt x="256" y="56"/>
                  </a:lnTo>
                  <a:lnTo>
                    <a:pt x="246" y="51"/>
                  </a:lnTo>
                  <a:lnTo>
                    <a:pt x="237" y="47"/>
                  </a:lnTo>
                  <a:lnTo>
                    <a:pt x="237" y="14"/>
                  </a:lnTo>
                  <a:lnTo>
                    <a:pt x="236" y="10"/>
                  </a:lnTo>
                  <a:lnTo>
                    <a:pt x="236" y="8"/>
                  </a:lnTo>
                  <a:lnTo>
                    <a:pt x="233" y="5"/>
                  </a:lnTo>
                  <a:lnTo>
                    <a:pt x="232" y="3"/>
                  </a:lnTo>
                  <a:lnTo>
                    <a:pt x="229" y="2"/>
                  </a:lnTo>
                  <a:lnTo>
                    <a:pt x="227" y="1"/>
                  </a:lnTo>
                  <a:lnTo>
                    <a:pt x="224" y="0"/>
                  </a:lnTo>
                  <a:lnTo>
                    <a:pt x="222" y="0"/>
                  </a:lnTo>
                  <a:lnTo>
                    <a:pt x="146" y="0"/>
                  </a:lnTo>
                  <a:lnTo>
                    <a:pt x="143" y="0"/>
                  </a:lnTo>
                  <a:lnTo>
                    <a:pt x="140" y="1"/>
                  </a:lnTo>
                  <a:lnTo>
                    <a:pt x="137" y="2"/>
                  </a:lnTo>
                  <a:lnTo>
                    <a:pt x="135" y="3"/>
                  </a:lnTo>
                  <a:lnTo>
                    <a:pt x="134" y="5"/>
                  </a:lnTo>
                  <a:lnTo>
                    <a:pt x="132" y="8"/>
                  </a:lnTo>
                  <a:lnTo>
                    <a:pt x="132" y="10"/>
                  </a:lnTo>
                  <a:lnTo>
                    <a:pt x="131" y="14"/>
                  </a:lnTo>
                  <a:lnTo>
                    <a:pt x="131" y="47"/>
                  </a:lnTo>
                  <a:lnTo>
                    <a:pt x="120" y="52"/>
                  </a:lnTo>
                  <a:lnTo>
                    <a:pt x="109" y="57"/>
                  </a:lnTo>
                  <a:lnTo>
                    <a:pt x="99" y="63"/>
                  </a:lnTo>
                  <a:lnTo>
                    <a:pt x="90" y="69"/>
                  </a:lnTo>
                  <a:lnTo>
                    <a:pt x="61" y="53"/>
                  </a:lnTo>
                  <a:lnTo>
                    <a:pt x="58" y="52"/>
                  </a:lnTo>
                  <a:lnTo>
                    <a:pt x="55" y="51"/>
                  </a:lnTo>
                  <a:lnTo>
                    <a:pt x="53" y="51"/>
                  </a:lnTo>
                  <a:lnTo>
                    <a:pt x="49" y="51"/>
                  </a:lnTo>
                  <a:lnTo>
                    <a:pt x="47" y="52"/>
                  </a:lnTo>
                  <a:lnTo>
                    <a:pt x="44" y="54"/>
                  </a:lnTo>
                  <a:lnTo>
                    <a:pt x="42" y="56"/>
                  </a:lnTo>
                  <a:lnTo>
                    <a:pt x="41" y="59"/>
                  </a:lnTo>
                  <a:lnTo>
                    <a:pt x="2" y="124"/>
                  </a:lnTo>
                  <a:lnTo>
                    <a:pt x="1" y="126"/>
                  </a:lnTo>
                  <a:lnTo>
                    <a:pt x="0" y="129"/>
                  </a:lnTo>
                  <a:lnTo>
                    <a:pt x="0" y="132"/>
                  </a:lnTo>
                  <a:lnTo>
                    <a:pt x="1" y="136"/>
                  </a:lnTo>
                  <a:lnTo>
                    <a:pt x="2" y="139"/>
                  </a:lnTo>
                  <a:lnTo>
                    <a:pt x="3" y="141"/>
                  </a:lnTo>
                  <a:lnTo>
                    <a:pt x="6" y="143"/>
                  </a:lnTo>
                  <a:lnTo>
                    <a:pt x="8" y="144"/>
                  </a:lnTo>
                  <a:lnTo>
                    <a:pt x="36" y="160"/>
                  </a:lnTo>
                  <a:lnTo>
                    <a:pt x="34" y="172"/>
                  </a:lnTo>
                  <a:lnTo>
                    <a:pt x="34" y="183"/>
                  </a:lnTo>
                  <a:lnTo>
                    <a:pt x="34" y="195"/>
                  </a:lnTo>
                  <a:lnTo>
                    <a:pt x="36" y="207"/>
                  </a:lnTo>
                  <a:lnTo>
                    <a:pt x="8" y="223"/>
                  </a:lnTo>
                  <a:lnTo>
                    <a:pt x="6" y="224"/>
                  </a:lnTo>
                  <a:lnTo>
                    <a:pt x="3" y="227"/>
                  </a:lnTo>
                  <a:lnTo>
                    <a:pt x="1" y="230"/>
                  </a:lnTo>
                  <a:lnTo>
                    <a:pt x="0" y="233"/>
                  </a:lnTo>
                  <a:lnTo>
                    <a:pt x="0" y="235"/>
                  </a:lnTo>
                  <a:lnTo>
                    <a:pt x="0" y="237"/>
                  </a:lnTo>
                  <a:lnTo>
                    <a:pt x="1" y="240"/>
                  </a:lnTo>
                  <a:lnTo>
                    <a:pt x="2" y="243"/>
                  </a:lnTo>
                  <a:lnTo>
                    <a:pt x="40" y="309"/>
                  </a:lnTo>
                  <a:lnTo>
                    <a:pt x="42" y="311"/>
                  </a:lnTo>
                  <a:lnTo>
                    <a:pt x="44" y="313"/>
                  </a:lnTo>
                  <a:lnTo>
                    <a:pt x="46" y="314"/>
                  </a:lnTo>
                  <a:lnTo>
                    <a:pt x="48" y="315"/>
                  </a:lnTo>
                  <a:lnTo>
                    <a:pt x="55" y="316"/>
                  </a:lnTo>
                  <a:lnTo>
                    <a:pt x="60" y="314"/>
                  </a:lnTo>
                  <a:lnTo>
                    <a:pt x="90" y="297"/>
                  </a:lnTo>
                  <a:lnTo>
                    <a:pt x="99" y="304"/>
                  </a:lnTo>
                  <a:lnTo>
                    <a:pt x="109" y="310"/>
                  </a:lnTo>
                  <a:lnTo>
                    <a:pt x="120" y="316"/>
                  </a:lnTo>
                  <a:lnTo>
                    <a:pt x="131" y="321"/>
                  </a:lnTo>
                  <a:lnTo>
                    <a:pt x="131" y="354"/>
                  </a:lnTo>
                  <a:lnTo>
                    <a:pt x="132" y="356"/>
                  </a:lnTo>
                  <a:lnTo>
                    <a:pt x="132" y="359"/>
                  </a:lnTo>
                  <a:lnTo>
                    <a:pt x="134" y="361"/>
                  </a:lnTo>
                  <a:lnTo>
                    <a:pt x="135" y="363"/>
                  </a:lnTo>
                  <a:lnTo>
                    <a:pt x="137" y="366"/>
                  </a:lnTo>
                  <a:lnTo>
                    <a:pt x="140" y="368"/>
                  </a:lnTo>
                  <a:lnTo>
                    <a:pt x="143" y="368"/>
                  </a:lnTo>
                  <a:lnTo>
                    <a:pt x="146" y="369"/>
                  </a:lnTo>
                  <a:lnTo>
                    <a:pt x="222" y="369"/>
                  </a:lnTo>
                  <a:lnTo>
                    <a:pt x="225" y="368"/>
                  </a:lnTo>
                  <a:lnTo>
                    <a:pt x="227" y="368"/>
                  </a:lnTo>
                  <a:lnTo>
                    <a:pt x="229" y="366"/>
                  </a:lnTo>
                  <a:lnTo>
                    <a:pt x="232" y="363"/>
                  </a:lnTo>
                  <a:lnTo>
                    <a:pt x="233" y="361"/>
                  </a:lnTo>
                  <a:lnTo>
                    <a:pt x="236" y="359"/>
                  </a:lnTo>
                  <a:lnTo>
                    <a:pt x="236" y="356"/>
                  </a:lnTo>
                  <a:lnTo>
                    <a:pt x="237" y="354"/>
                  </a:lnTo>
                  <a:lnTo>
                    <a:pt x="237" y="321"/>
                  </a:lnTo>
                  <a:lnTo>
                    <a:pt x="246" y="316"/>
                  </a:lnTo>
                  <a:lnTo>
                    <a:pt x="256" y="311"/>
                  </a:lnTo>
                  <a:lnTo>
                    <a:pt x="266" y="305"/>
                  </a:lnTo>
                  <a:lnTo>
                    <a:pt x="274" y="298"/>
                  </a:lnTo>
                  <a:lnTo>
                    <a:pt x="302" y="313"/>
                  </a:lnTo>
                  <a:lnTo>
                    <a:pt x="305" y="315"/>
                  </a:lnTo>
                  <a:lnTo>
                    <a:pt x="307" y="315"/>
                  </a:lnTo>
                  <a:lnTo>
                    <a:pt x="310" y="316"/>
                  </a:lnTo>
                  <a:lnTo>
                    <a:pt x="314" y="316"/>
                  </a:lnTo>
                  <a:lnTo>
                    <a:pt x="319" y="313"/>
                  </a:lnTo>
                  <a:lnTo>
                    <a:pt x="322" y="309"/>
                  </a:lnTo>
                  <a:lnTo>
                    <a:pt x="360" y="243"/>
                  </a:lnTo>
                  <a:lnTo>
                    <a:pt x="362" y="240"/>
                  </a:lnTo>
                  <a:lnTo>
                    <a:pt x="362" y="237"/>
                  </a:lnTo>
                  <a:lnTo>
                    <a:pt x="362" y="234"/>
                  </a:lnTo>
                  <a:lnTo>
                    <a:pt x="362" y="232"/>
                  </a:lnTo>
                  <a:lnTo>
                    <a:pt x="361" y="229"/>
                  </a:lnTo>
                  <a:lnTo>
                    <a:pt x="359" y="227"/>
                  </a:lnTo>
                  <a:lnTo>
                    <a:pt x="357" y="224"/>
                  </a:lnTo>
                  <a:lnTo>
                    <a:pt x="354"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 name="TextBox 1">
            <a:extLst>
              <a:ext uri="{FF2B5EF4-FFF2-40B4-BE49-F238E27FC236}">
                <a16:creationId xmlns:a16="http://schemas.microsoft.com/office/drawing/2014/main" id="{F8E9762A-D962-6D97-7172-B365BDAAB428}"/>
              </a:ext>
            </a:extLst>
          </p:cNvPr>
          <p:cNvSpPr txBox="1"/>
          <p:nvPr/>
        </p:nvSpPr>
        <p:spPr>
          <a:xfrm>
            <a:off x="1239520" y="1810536"/>
            <a:ext cx="10099040" cy="3268652"/>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In today’s digital environment, efficient IT support is essential for maintaining seamless business operations and ensuring customer satisfaction. Organizations handle large volumes of support tickets daily, making it necessary to analyze and optimize support performance. This project focuses on analyzing IT support ticket data to identify patterns, improve resolution efficiency, and enhance overall service quality. By leveraging data analytics and visualization techniques, the study aims to uncover operational bottlenecks and provide actionable insights for improving support workflows.</a:t>
            </a:r>
          </a:p>
        </p:txBody>
      </p:sp>
    </p:spTree>
    <p:extLst>
      <p:ext uri="{BB962C8B-B14F-4D97-AF65-F5344CB8AC3E}">
        <p14:creationId xmlns:p14="http://schemas.microsoft.com/office/powerpoint/2010/main" val="3299715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solidFill>
                  <a:schemeClr val="tx1">
                    <a:lumMod val="75000"/>
                    <a:lumOff val="25000"/>
                  </a:schemeClr>
                </a:solidFill>
                <a:latin typeface="Times New Roman" panose="02020603050405020304" pitchFamily="18" charset="0"/>
                <a:cs typeface="Times New Roman" panose="02020603050405020304" pitchFamily="18" charset="0"/>
              </a:rPr>
              <a:t>OBJECTIVES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Trapezoid 1">
            <a:extLst>
              <a:ext uri="{FF2B5EF4-FFF2-40B4-BE49-F238E27FC236}">
                <a16:creationId xmlns:a16="http://schemas.microsoft.com/office/drawing/2014/main" id="{5B804E9F-B6B5-41F9-9B63-9AF435FDC2B7}"/>
              </a:ext>
              <a:ext uri="{C183D7F6-B498-43B3-948B-1728B52AA6E4}">
                <adec:decorative xmlns:adec="http://schemas.microsoft.com/office/drawing/2017/decorative" val="1"/>
              </a:ext>
            </a:extLst>
          </p:cNvPr>
          <p:cNvSpPr/>
          <p:nvPr/>
        </p:nvSpPr>
        <p:spPr>
          <a:xfrm rot="5400000">
            <a:off x="-405667" y="2673357"/>
            <a:ext cx="4336142" cy="2044685"/>
          </a:xfrm>
          <a:prstGeom prst="trapezoid">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rapezoid 42">
            <a:extLst>
              <a:ext uri="{FF2B5EF4-FFF2-40B4-BE49-F238E27FC236}">
                <a16:creationId xmlns:a16="http://schemas.microsoft.com/office/drawing/2014/main" id="{0092C447-C8E1-4B12-B012-E6D21CBB1FBE}"/>
              </a:ext>
              <a:ext uri="{C183D7F6-B498-43B3-948B-1728B52AA6E4}">
                <adec:decorative xmlns:adec="http://schemas.microsoft.com/office/drawing/2017/decorative" val="1"/>
              </a:ext>
            </a:extLst>
          </p:cNvPr>
          <p:cNvSpPr/>
          <p:nvPr/>
        </p:nvSpPr>
        <p:spPr>
          <a:xfrm rot="5400000">
            <a:off x="1761132" y="2673357"/>
            <a:ext cx="4336142" cy="2044685"/>
          </a:xfrm>
          <a:prstGeom prst="trapezoid">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Trapezoid 43">
            <a:extLst>
              <a:ext uri="{FF2B5EF4-FFF2-40B4-BE49-F238E27FC236}">
                <a16:creationId xmlns:a16="http://schemas.microsoft.com/office/drawing/2014/main" id="{7E139379-1914-4446-8D6D-984A47041A54}"/>
              </a:ext>
              <a:ext uri="{C183D7F6-B498-43B3-948B-1728B52AA6E4}">
                <adec:decorative xmlns:adec="http://schemas.microsoft.com/office/drawing/2017/decorative" val="1"/>
              </a:ext>
            </a:extLst>
          </p:cNvPr>
          <p:cNvSpPr/>
          <p:nvPr/>
        </p:nvSpPr>
        <p:spPr>
          <a:xfrm rot="5400000">
            <a:off x="3927930" y="2673357"/>
            <a:ext cx="4336142" cy="2044685"/>
          </a:xfrm>
          <a:prstGeom prst="trapezoid">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Trapezoid 44">
            <a:extLst>
              <a:ext uri="{FF2B5EF4-FFF2-40B4-BE49-F238E27FC236}">
                <a16:creationId xmlns:a16="http://schemas.microsoft.com/office/drawing/2014/main" id="{F79B51BB-1B30-4ED8-B26D-21EE8BC675B2}"/>
              </a:ext>
              <a:ext uri="{C183D7F6-B498-43B3-948B-1728B52AA6E4}">
                <adec:decorative xmlns:adec="http://schemas.microsoft.com/office/drawing/2017/decorative" val="1"/>
              </a:ext>
            </a:extLst>
          </p:cNvPr>
          <p:cNvSpPr/>
          <p:nvPr/>
        </p:nvSpPr>
        <p:spPr>
          <a:xfrm rot="5400000">
            <a:off x="6094728" y="2631261"/>
            <a:ext cx="4336142" cy="2044685"/>
          </a:xfrm>
          <a:prstGeom prst="trapezoid">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Trapezoid 45">
            <a:extLst>
              <a:ext uri="{FF2B5EF4-FFF2-40B4-BE49-F238E27FC236}">
                <a16:creationId xmlns:a16="http://schemas.microsoft.com/office/drawing/2014/main" id="{89DA262E-0502-4E65-8ABA-E063880EAC4C}"/>
              </a:ext>
              <a:ext uri="{C183D7F6-B498-43B3-948B-1728B52AA6E4}">
                <adec:decorative xmlns:adec="http://schemas.microsoft.com/office/drawing/2017/decorative" val="1"/>
              </a:ext>
            </a:extLst>
          </p:cNvPr>
          <p:cNvSpPr/>
          <p:nvPr/>
        </p:nvSpPr>
        <p:spPr>
          <a:xfrm rot="5400000">
            <a:off x="8263685" y="2673357"/>
            <a:ext cx="4336142" cy="2044685"/>
          </a:xfrm>
          <a:prstGeom prst="trapezoid">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8AA18108-5B8B-4147-84A7-D30A16BEC4EA}"/>
              </a:ext>
            </a:extLst>
          </p:cNvPr>
          <p:cNvSpPr/>
          <p:nvPr/>
        </p:nvSpPr>
        <p:spPr>
          <a:xfrm>
            <a:off x="886383" y="3267856"/>
            <a:ext cx="1752042" cy="974626"/>
          </a:xfrm>
          <a:prstGeom prst="rect">
            <a:avLst/>
          </a:prstGeom>
        </p:spPr>
        <p:txBody>
          <a:bodyPr wrap="square" lIns="0" tIns="0" rIns="0" bIns="0" anchor="t">
            <a:spAutoFit/>
          </a:bodyPr>
          <a:lstStyle/>
          <a:p>
            <a:pPr algn="ctr">
              <a:lnSpc>
                <a:spcPts val="1900"/>
              </a:lnSpc>
            </a:pPr>
            <a:r>
              <a:rPr lang="en-US" sz="2000" dirty="0">
                <a:solidFill>
                  <a:schemeClr val="bg1"/>
                </a:solidFill>
                <a:latin typeface="Times New Roman" panose="02020603050405020304" pitchFamily="18" charset="0"/>
                <a:cs typeface="Times New Roman" panose="02020603050405020304" pitchFamily="18" charset="0"/>
              </a:rPr>
              <a:t>Identify key performance trends in support operations </a:t>
            </a:r>
          </a:p>
        </p:txBody>
      </p:sp>
      <p:sp>
        <p:nvSpPr>
          <p:cNvPr id="52" name="Rectangle 51">
            <a:extLst>
              <a:ext uri="{FF2B5EF4-FFF2-40B4-BE49-F238E27FC236}">
                <a16:creationId xmlns:a16="http://schemas.microsoft.com/office/drawing/2014/main" id="{A8534162-B6E2-4579-9DAD-AD8DE07459BC}"/>
              </a:ext>
            </a:extLst>
          </p:cNvPr>
          <p:cNvSpPr/>
          <p:nvPr/>
        </p:nvSpPr>
        <p:spPr>
          <a:xfrm>
            <a:off x="3053182" y="3455483"/>
            <a:ext cx="1752042" cy="487313"/>
          </a:xfrm>
          <a:prstGeom prst="rect">
            <a:avLst/>
          </a:prstGeom>
        </p:spPr>
        <p:txBody>
          <a:bodyPr wrap="square" lIns="0" tIns="0" rIns="0" bIns="0" anchor="t">
            <a:spAutoFit/>
          </a:bodyPr>
          <a:lstStyle/>
          <a:p>
            <a:pPr algn="ctr">
              <a:lnSpc>
                <a:spcPts val="1900"/>
              </a:lnSpc>
            </a:pPr>
            <a:r>
              <a:rPr lang="en-US" sz="2000" dirty="0">
                <a:solidFill>
                  <a:schemeClr val="bg1"/>
                </a:solidFill>
                <a:latin typeface="Times New Roman" panose="02020603050405020304" pitchFamily="18" charset="0"/>
                <a:cs typeface="Times New Roman" panose="02020603050405020304" pitchFamily="18" charset="0"/>
              </a:rPr>
              <a:t>Optimize ticket resolution time . </a:t>
            </a:r>
          </a:p>
        </p:txBody>
      </p:sp>
      <p:sp>
        <p:nvSpPr>
          <p:cNvPr id="53" name="Rectangle 52">
            <a:extLst>
              <a:ext uri="{FF2B5EF4-FFF2-40B4-BE49-F238E27FC236}">
                <a16:creationId xmlns:a16="http://schemas.microsoft.com/office/drawing/2014/main" id="{E1535E1C-6EBC-45D8-BCE1-D5B947A61FB6}"/>
              </a:ext>
            </a:extLst>
          </p:cNvPr>
          <p:cNvSpPr/>
          <p:nvPr/>
        </p:nvSpPr>
        <p:spPr>
          <a:xfrm>
            <a:off x="5219979" y="3429000"/>
            <a:ext cx="1752042" cy="487313"/>
          </a:xfrm>
          <a:prstGeom prst="rect">
            <a:avLst/>
          </a:prstGeom>
        </p:spPr>
        <p:txBody>
          <a:bodyPr wrap="square" lIns="0" tIns="0" rIns="0" bIns="0" anchor="t">
            <a:spAutoFit/>
          </a:bodyPr>
          <a:lstStyle/>
          <a:p>
            <a:pPr algn="ctr">
              <a:lnSpc>
                <a:spcPts val="1900"/>
              </a:lnSpc>
            </a:pPr>
            <a:r>
              <a:rPr lang="en-US" sz="2000" dirty="0">
                <a:solidFill>
                  <a:schemeClr val="bg1"/>
                </a:solidFill>
                <a:latin typeface="Times New Roman" panose="02020603050405020304" pitchFamily="18" charset="0"/>
                <a:cs typeface="Times New Roman" panose="02020603050405020304" pitchFamily="18" charset="0"/>
              </a:rPr>
              <a:t>Improve service efficiency </a:t>
            </a:r>
          </a:p>
        </p:txBody>
      </p:sp>
      <p:sp>
        <p:nvSpPr>
          <p:cNvPr id="54" name="Rectangle 53">
            <a:extLst>
              <a:ext uri="{FF2B5EF4-FFF2-40B4-BE49-F238E27FC236}">
                <a16:creationId xmlns:a16="http://schemas.microsoft.com/office/drawing/2014/main" id="{28FF18A5-7B4E-4493-B38D-E732E033F82F}"/>
              </a:ext>
            </a:extLst>
          </p:cNvPr>
          <p:cNvSpPr/>
          <p:nvPr/>
        </p:nvSpPr>
        <p:spPr>
          <a:xfrm>
            <a:off x="7387857" y="3267856"/>
            <a:ext cx="1752042" cy="974626"/>
          </a:xfrm>
          <a:prstGeom prst="rect">
            <a:avLst/>
          </a:prstGeom>
        </p:spPr>
        <p:txBody>
          <a:bodyPr wrap="square" lIns="0" tIns="0" rIns="0" bIns="0" anchor="t">
            <a:spAutoFit/>
          </a:bodyPr>
          <a:lstStyle/>
          <a:p>
            <a:pPr algn="ctr">
              <a:lnSpc>
                <a:spcPts val="1900"/>
              </a:lnSpc>
            </a:pPr>
            <a:r>
              <a:rPr lang="en-US" sz="2000" dirty="0">
                <a:solidFill>
                  <a:schemeClr val="bg1"/>
                </a:solidFill>
                <a:latin typeface="Times New Roman" panose="02020603050405020304" pitchFamily="18" charset="0"/>
                <a:cs typeface="Times New Roman" panose="02020603050405020304" pitchFamily="18" charset="0"/>
              </a:rPr>
              <a:t>Understand patterns in customer issues and requests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146028"/>
            <a:ext cx="1752042" cy="1218282"/>
          </a:xfrm>
          <a:prstGeom prst="rect">
            <a:avLst/>
          </a:prstGeom>
        </p:spPr>
        <p:txBody>
          <a:bodyPr wrap="square" lIns="0" tIns="0" rIns="0" bIns="0" anchor="t">
            <a:spAutoFit/>
          </a:bodyPr>
          <a:lstStyle/>
          <a:p>
            <a:pPr algn="ctr">
              <a:lnSpc>
                <a:spcPts val="1900"/>
              </a:lnSpc>
            </a:pPr>
            <a:r>
              <a:rPr lang="en-US" sz="2000" dirty="0">
                <a:solidFill>
                  <a:schemeClr val="bg1"/>
                </a:solidFill>
                <a:latin typeface="Times New Roman" panose="02020603050405020304" pitchFamily="18" charset="0"/>
                <a:cs typeface="Times New Roman" panose="02020603050405020304" pitchFamily="18" charset="0"/>
              </a:rPr>
              <a:t>Provide actionable insights for better decision-making </a:t>
            </a:r>
          </a:p>
        </p:txBody>
      </p:sp>
    </p:spTree>
    <p:extLst>
      <p:ext uri="{BB962C8B-B14F-4D97-AF65-F5344CB8AC3E}">
        <p14:creationId xmlns:p14="http://schemas.microsoft.com/office/powerpoint/2010/main" val="822569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ED2F5393-91A3-4102-A584-E902285C507A}"/>
              </a:ext>
            </a:extLst>
          </p:cNvPr>
          <p:cNvSpPr>
            <a:spLocks noGrp="1"/>
          </p:cNvSpPr>
          <p:nvPr>
            <p:ph type="title" idx="4294967295"/>
          </p:nvPr>
        </p:nvSpPr>
        <p:spPr>
          <a:xfrm>
            <a:off x="0" y="365125"/>
            <a:ext cx="10515600" cy="1325563"/>
          </a:xfrm>
        </p:spPr>
        <p:txBody>
          <a:bodyPr/>
          <a:lstStyle/>
          <a:p>
            <a:r>
              <a:rPr lang="en-US" dirty="0"/>
              <a:t>Project analysis slide 4</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6647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br>
              <a:rPr lang="en-US" sz="2400" dirty="0">
                <a:solidFill>
                  <a:schemeClr val="tx1">
                    <a:lumMod val="75000"/>
                    <a:lumOff val="25000"/>
                  </a:schemeClr>
                </a:solidFill>
                <a:latin typeface="Times New Roman" panose="02020603050405020304" pitchFamily="18" charset="0"/>
                <a:cs typeface="Times New Roman" panose="02020603050405020304" pitchFamily="18" charset="0"/>
              </a:rPr>
            </a:br>
            <a:r>
              <a:rPr lang="en-US" sz="2400" b="1" dirty="0">
                <a:solidFill>
                  <a:schemeClr val="tx1">
                    <a:lumMod val="75000"/>
                    <a:lumOff val="25000"/>
                  </a:schemeClr>
                </a:solidFill>
                <a:latin typeface="Times New Roman" panose="02020603050405020304" pitchFamily="18" charset="0"/>
                <a:cs typeface="Times New Roman" panose="02020603050405020304" pitchFamily="18" charset="0"/>
              </a:rPr>
              <a:t>DATA SET DESCRIPTION</a:t>
            </a:r>
            <a:endParaRPr lang="en-US" sz="24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81" name="Rectangle 80">
            <a:extLst>
              <a:ext uri="{FF2B5EF4-FFF2-40B4-BE49-F238E27FC236}">
                <a16:creationId xmlns:a16="http://schemas.microsoft.com/office/drawing/2014/main" id="{D4EC02E4-F054-4111-9038-AE0BDA4C8060}"/>
              </a:ext>
            </a:extLst>
          </p:cNvPr>
          <p:cNvSpPr/>
          <p:nvPr/>
        </p:nvSpPr>
        <p:spPr>
          <a:xfrm>
            <a:off x="1831182" y="4618854"/>
            <a:ext cx="1371600" cy="492443"/>
          </a:xfrm>
          <a:prstGeom prst="rect">
            <a:avLst/>
          </a:prstGeom>
        </p:spPr>
        <p:txBody>
          <a:bodyPr wrap="square" lIns="0" tIns="0" rIns="0" bIns="0" anchor="ctr">
            <a:spAutoFit/>
          </a:bodyPr>
          <a:lstStyle/>
          <a:p>
            <a:pPr algn="ctr"/>
            <a:r>
              <a:rPr lang="en-US" sz="1600" dirty="0">
                <a:solidFill>
                  <a:schemeClr val="bg1"/>
                </a:solidFill>
              </a:rPr>
              <a:t>Customer Objectives</a:t>
            </a:r>
          </a:p>
        </p:txBody>
      </p:sp>
      <p:sp>
        <p:nvSpPr>
          <p:cNvPr id="84" name="Rectangle 83">
            <a:extLst>
              <a:ext uri="{FF2B5EF4-FFF2-40B4-BE49-F238E27FC236}">
                <a16:creationId xmlns:a16="http://schemas.microsoft.com/office/drawing/2014/main" id="{3B69453F-B845-4467-8C29-7A6677641EC0}"/>
              </a:ext>
            </a:extLst>
          </p:cNvPr>
          <p:cNvSpPr/>
          <p:nvPr/>
        </p:nvSpPr>
        <p:spPr>
          <a:xfrm>
            <a:off x="8989218" y="3599454"/>
            <a:ext cx="1371600" cy="246221"/>
          </a:xfrm>
          <a:prstGeom prst="rect">
            <a:avLst/>
          </a:prstGeom>
        </p:spPr>
        <p:txBody>
          <a:bodyPr wrap="square" lIns="0" tIns="0" rIns="0" bIns="0" anchor="ctr">
            <a:spAutoFit/>
          </a:bodyPr>
          <a:lstStyle/>
          <a:p>
            <a:pPr algn="ctr"/>
            <a:r>
              <a:rPr lang="en-US" sz="1600" dirty="0">
                <a:solidFill>
                  <a:schemeClr val="bg1"/>
                </a:solidFill>
              </a:rPr>
              <a:t>Schedules</a:t>
            </a:r>
          </a:p>
        </p:txBody>
      </p:sp>
      <p:sp>
        <p:nvSpPr>
          <p:cNvPr id="85" name="Rectangle 84">
            <a:extLst>
              <a:ext uri="{FF2B5EF4-FFF2-40B4-BE49-F238E27FC236}">
                <a16:creationId xmlns:a16="http://schemas.microsoft.com/office/drawing/2014/main" id="{C7CFAFBF-6B2A-49A8-ADCE-FD94A08C87B3}"/>
              </a:ext>
            </a:extLst>
          </p:cNvPr>
          <p:cNvSpPr/>
          <p:nvPr/>
        </p:nvSpPr>
        <p:spPr>
          <a:xfrm>
            <a:off x="8989218" y="1778472"/>
            <a:ext cx="1371600" cy="246221"/>
          </a:xfrm>
          <a:prstGeom prst="rect">
            <a:avLst/>
          </a:prstGeom>
        </p:spPr>
        <p:txBody>
          <a:bodyPr wrap="square" lIns="0" tIns="0" rIns="0" bIns="0" anchor="ctr">
            <a:spAutoFit/>
          </a:bodyPr>
          <a:lstStyle/>
          <a:p>
            <a:pPr algn="ctr"/>
            <a:r>
              <a:rPr lang="en-US" sz="1600" dirty="0">
                <a:solidFill>
                  <a:schemeClr val="bg1"/>
                </a:solidFill>
              </a:rPr>
              <a:t>Tasks</a:t>
            </a:r>
          </a:p>
        </p:txBody>
      </p:sp>
      <p:sp>
        <p:nvSpPr>
          <p:cNvPr id="86" name="Rectangle 85">
            <a:extLst>
              <a:ext uri="{FF2B5EF4-FFF2-40B4-BE49-F238E27FC236}">
                <a16:creationId xmlns:a16="http://schemas.microsoft.com/office/drawing/2014/main" id="{6B499F5E-706B-4272-818B-C87149038662}"/>
              </a:ext>
            </a:extLst>
          </p:cNvPr>
          <p:cNvSpPr/>
          <p:nvPr/>
        </p:nvSpPr>
        <p:spPr>
          <a:xfrm>
            <a:off x="8989218" y="5420435"/>
            <a:ext cx="1371600" cy="246221"/>
          </a:xfrm>
          <a:prstGeom prst="rect">
            <a:avLst/>
          </a:prstGeom>
        </p:spPr>
        <p:txBody>
          <a:bodyPr wrap="square" lIns="0" tIns="0" rIns="0" bIns="0" anchor="ctr">
            <a:spAutoFit/>
          </a:bodyPr>
          <a:lstStyle/>
          <a:p>
            <a:pPr algn="ctr"/>
            <a:r>
              <a:rPr lang="en-US" sz="1600" dirty="0">
                <a:solidFill>
                  <a:schemeClr val="bg1"/>
                </a:solidFill>
              </a:rPr>
              <a:t>Resources</a:t>
            </a:r>
          </a:p>
        </p:txBody>
      </p:sp>
      <p:sp>
        <p:nvSpPr>
          <p:cNvPr id="2" name="TextBox 1">
            <a:extLst>
              <a:ext uri="{FF2B5EF4-FFF2-40B4-BE49-F238E27FC236}">
                <a16:creationId xmlns:a16="http://schemas.microsoft.com/office/drawing/2014/main" id="{F8F3C5AA-4468-E77F-763B-CC885B5E1B3C}"/>
              </a:ext>
            </a:extLst>
          </p:cNvPr>
          <p:cNvSpPr txBox="1"/>
          <p:nvPr/>
        </p:nvSpPr>
        <p:spPr>
          <a:xfrm>
            <a:off x="1219200" y="1778472"/>
            <a:ext cx="9906000" cy="341632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The dataset used in this project is sourced from an internal IT support system and contains approximately 8,469 records.</a:t>
            </a:r>
          </a:p>
          <a:p>
            <a:pPr algn="just"/>
            <a:endParaRPr lang="en-US" dirty="0"/>
          </a:p>
          <a:p>
            <a:pPr algn="just"/>
            <a:r>
              <a:rPr lang="en-US" b="1" dirty="0">
                <a:latin typeface="Times New Roman" panose="02020603050405020304" pitchFamily="18" charset="0"/>
                <a:cs typeface="Times New Roman" panose="02020603050405020304" pitchFamily="18" charset="0"/>
              </a:rPr>
              <a:t> Key Attributes:</a:t>
            </a:r>
          </a:p>
          <a:p>
            <a:pPr algn="just"/>
            <a:endParaRPr lang="en-US" dirty="0"/>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Ticket ID </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Ticket Type (Request, Incident, Problem)</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Ticket Priority (Low, Medium, High) </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Ticket Channel (Email, Chat, Phone, Social Media)</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Ticket Subject (Issue category) </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First Response Time </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Time to Resolution</a:t>
            </a:r>
          </a:p>
        </p:txBody>
      </p:sp>
    </p:spTree>
    <p:extLst>
      <p:ext uri="{BB962C8B-B14F-4D97-AF65-F5344CB8AC3E}">
        <p14:creationId xmlns:p14="http://schemas.microsoft.com/office/powerpoint/2010/main" val="843768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4673A57-8C07-453C-8611-1D99E8CDE141}"/>
              </a:ext>
              <a:ext uri="{C183D7F6-B498-43B3-948B-1728B52AA6E4}">
                <adec:decorative xmlns:adec="http://schemas.microsoft.com/office/drawing/2017/decorative" val="1"/>
              </a:ext>
            </a:extLst>
          </p:cNvPr>
          <p:cNvSpPr/>
          <p:nvPr/>
        </p:nvSpPr>
        <p:spPr>
          <a:xfrm>
            <a:off x="1442720" y="1102361"/>
            <a:ext cx="9306560" cy="35136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solidFill>
                  <a:schemeClr val="tx1"/>
                </a:solidFill>
                <a:latin typeface="Times New Roman" panose="02020603050405020304" pitchFamily="18" charset="0"/>
                <a:cs typeface="Times New Roman" panose="02020603050405020304" pitchFamily="18" charset="0"/>
              </a:rPr>
              <a:t>The project was implemented using the following tools and technologies: </a:t>
            </a:r>
          </a:p>
          <a:p>
            <a:pPr algn="just"/>
            <a:endParaRPr lang="en-US"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 Data Handling: pandas, </a:t>
            </a:r>
            <a:r>
              <a:rPr lang="en-US" dirty="0" err="1">
                <a:solidFill>
                  <a:schemeClr val="tx1"/>
                </a:solidFill>
                <a:latin typeface="Times New Roman" panose="02020603050405020304" pitchFamily="18" charset="0"/>
                <a:cs typeface="Times New Roman" panose="02020603050405020304" pitchFamily="18" charset="0"/>
              </a:rPr>
              <a:t>numpy</a:t>
            </a:r>
            <a:r>
              <a:rPr lang="en-US" dirty="0">
                <a:solidFill>
                  <a:schemeClr val="tx1"/>
                </a:solidFill>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 Dataset Preparation: MS Excel</a:t>
            </a:r>
          </a:p>
          <a:p>
            <a:pPr marL="285750" indent="-285750" algn="just">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 Visualization: matplotlib, seaborn.</a:t>
            </a:r>
          </a:p>
          <a:p>
            <a:pPr marL="285750" indent="-285750" algn="just">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 Dashboard: Power BI. </a:t>
            </a:r>
          </a:p>
          <a:p>
            <a:pPr marL="285750" indent="-285750" algn="just">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 Documentation: </a:t>
            </a:r>
            <a:r>
              <a:rPr lang="en-US" dirty="0" err="1">
                <a:solidFill>
                  <a:schemeClr val="tx1"/>
                </a:solidFill>
                <a:latin typeface="Times New Roman" panose="02020603050405020304" pitchFamily="18" charset="0"/>
                <a:cs typeface="Times New Roman" panose="02020603050405020304" pitchFamily="18" charset="0"/>
              </a:rPr>
              <a:t>Jupyter</a:t>
            </a:r>
            <a:r>
              <a:rPr lang="en-US" dirty="0">
                <a:solidFill>
                  <a:schemeClr val="tx1"/>
                </a:solidFill>
                <a:latin typeface="Times New Roman" panose="02020603050405020304" pitchFamily="18" charset="0"/>
                <a:cs typeface="Times New Roman" panose="02020603050405020304" pitchFamily="18" charset="0"/>
              </a:rPr>
              <a:t> Notebook, PDF Report, GitHub Repository, MS Word</a:t>
            </a:r>
          </a:p>
        </p:txBody>
      </p:sp>
      <p:sp>
        <p:nvSpPr>
          <p:cNvPr id="4" name="Title 3" hidden="1">
            <a:extLst>
              <a:ext uri="{FF2B5EF4-FFF2-40B4-BE49-F238E27FC236}">
                <a16:creationId xmlns:a16="http://schemas.microsoft.com/office/drawing/2014/main" id="{2AC0C949-7A02-4C95-8017-D82E7E71C4F7}"/>
              </a:ext>
            </a:extLst>
          </p:cNvPr>
          <p:cNvSpPr>
            <a:spLocks noGrp="1"/>
          </p:cNvSpPr>
          <p:nvPr>
            <p:ph type="title" idx="4294967295"/>
          </p:nvPr>
        </p:nvSpPr>
        <p:spPr>
          <a:xfrm>
            <a:off x="0" y="365125"/>
            <a:ext cx="10515600" cy="1325563"/>
          </a:xfrm>
        </p:spPr>
        <p:txBody>
          <a:bodyPr/>
          <a:lstStyle/>
          <a:p>
            <a:r>
              <a:rPr lang="en-US" dirty="0"/>
              <a:t>Project analysis slide 5</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latin typeface="Times New Roman" panose="02020603050405020304" pitchFamily="18" charset="0"/>
                <a:cs typeface="Times New Roman" panose="02020603050405020304" pitchFamily="18" charset="0"/>
              </a:rPr>
              <a:t>TECH STACKS </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2140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166BC32C-2E11-43D3-963B-9766918E0FE5}"/>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br>
              <a:rPr lang="en-US" sz="2800" dirty="0">
                <a:solidFill>
                  <a:schemeClr val="tx1">
                    <a:lumMod val="75000"/>
                    <a:lumOff val="25000"/>
                  </a:schemeClr>
                </a:solidFill>
              </a:rPr>
            </a:br>
            <a:r>
              <a:rPr lang="en-US" sz="2800" b="1" dirty="0">
                <a:latin typeface="Times New Roman" panose="02020603050405020304" pitchFamily="18" charset="0"/>
                <a:cs typeface="Times New Roman" panose="02020603050405020304" pitchFamily="18" charset="0"/>
              </a:rPr>
              <a:t>MODULES IMPLEMENTED</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3" name="Circle: Hollow 2">
            <a:extLst>
              <a:ext uri="{FF2B5EF4-FFF2-40B4-BE49-F238E27FC236}">
                <a16:creationId xmlns:a16="http://schemas.microsoft.com/office/drawing/2014/main" id="{8DC8DEBA-4D8D-4704-A04E-32A1E0BF41F4}"/>
              </a:ext>
              <a:ext uri="{C183D7F6-B498-43B3-948B-1728B52AA6E4}">
                <adec:decorative xmlns:adec="http://schemas.microsoft.com/office/drawing/2017/decorative" val="1"/>
              </a:ext>
            </a:extLst>
          </p:cNvPr>
          <p:cNvSpPr/>
          <p:nvPr/>
        </p:nvSpPr>
        <p:spPr>
          <a:xfrm>
            <a:off x="3536828" y="2296212"/>
            <a:ext cx="1593858" cy="1593858"/>
          </a:xfrm>
          <a:prstGeom prst="donut">
            <a:avLst>
              <a:gd name="adj" fmla="val 12255"/>
            </a:avLst>
          </a:prstGeom>
          <a:solidFill>
            <a:schemeClr val="accent3">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2" name="Circle: Hollow 21">
            <a:extLst>
              <a:ext uri="{FF2B5EF4-FFF2-40B4-BE49-F238E27FC236}">
                <a16:creationId xmlns:a16="http://schemas.microsoft.com/office/drawing/2014/main" id="{769CE3F0-8651-4FF1-8CAF-1E986C3831C4}"/>
              </a:ext>
              <a:ext uri="{C183D7F6-B498-43B3-948B-1728B52AA6E4}">
                <adec:decorative xmlns:adec="http://schemas.microsoft.com/office/drawing/2017/decorative" val="1"/>
              </a:ext>
            </a:extLst>
          </p:cNvPr>
          <p:cNvSpPr/>
          <p:nvPr/>
        </p:nvSpPr>
        <p:spPr>
          <a:xfrm>
            <a:off x="4946623" y="2296212"/>
            <a:ext cx="1593858" cy="1593858"/>
          </a:xfrm>
          <a:prstGeom prst="donut">
            <a:avLst>
              <a:gd name="adj" fmla="val 12255"/>
            </a:avLst>
          </a:prstGeom>
          <a:solidFill>
            <a:schemeClr val="accent4">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3" name="Circle: Hollow 22">
            <a:extLst>
              <a:ext uri="{FF2B5EF4-FFF2-40B4-BE49-F238E27FC236}">
                <a16:creationId xmlns:a16="http://schemas.microsoft.com/office/drawing/2014/main" id="{59423939-1DC9-4306-AA5D-6C0111336356}"/>
              </a:ext>
              <a:ext uri="{C183D7F6-B498-43B3-948B-1728B52AA6E4}">
                <adec:decorative xmlns:adec="http://schemas.microsoft.com/office/drawing/2017/decorative" val="1"/>
              </a:ext>
            </a:extLst>
          </p:cNvPr>
          <p:cNvSpPr/>
          <p:nvPr/>
        </p:nvSpPr>
        <p:spPr>
          <a:xfrm>
            <a:off x="6356419" y="2296212"/>
            <a:ext cx="1593858" cy="1593858"/>
          </a:xfrm>
          <a:prstGeom prst="donut">
            <a:avLst>
              <a:gd name="adj" fmla="val 12255"/>
            </a:avLst>
          </a:prstGeom>
          <a:solidFill>
            <a:schemeClr val="accent3">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Circle: Hollow 23">
            <a:extLst>
              <a:ext uri="{FF2B5EF4-FFF2-40B4-BE49-F238E27FC236}">
                <a16:creationId xmlns:a16="http://schemas.microsoft.com/office/drawing/2014/main" id="{A838DD0B-E018-44D0-A4C0-13DF2FD0288D}"/>
              </a:ext>
              <a:ext uri="{C183D7F6-B498-43B3-948B-1728B52AA6E4}">
                <adec:decorative xmlns:adec="http://schemas.microsoft.com/office/drawing/2017/decorative" val="1"/>
              </a:ext>
            </a:extLst>
          </p:cNvPr>
          <p:cNvSpPr/>
          <p:nvPr/>
        </p:nvSpPr>
        <p:spPr>
          <a:xfrm>
            <a:off x="4241725" y="3501330"/>
            <a:ext cx="1593858" cy="1593858"/>
          </a:xfrm>
          <a:prstGeom prst="donut">
            <a:avLst>
              <a:gd name="adj" fmla="val 12255"/>
            </a:avLst>
          </a:prstGeom>
          <a:solidFill>
            <a:schemeClr val="accent4">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Circle: Hollow 24">
            <a:extLst>
              <a:ext uri="{FF2B5EF4-FFF2-40B4-BE49-F238E27FC236}">
                <a16:creationId xmlns:a16="http://schemas.microsoft.com/office/drawing/2014/main" id="{B5265A05-9A0F-4DEC-9382-F51EEE742251}"/>
              </a:ext>
              <a:ext uri="{C183D7F6-B498-43B3-948B-1728B52AA6E4}">
                <adec:decorative xmlns:adec="http://schemas.microsoft.com/office/drawing/2017/decorative" val="1"/>
              </a:ext>
            </a:extLst>
          </p:cNvPr>
          <p:cNvSpPr/>
          <p:nvPr/>
        </p:nvSpPr>
        <p:spPr>
          <a:xfrm>
            <a:off x="5651521" y="3501330"/>
            <a:ext cx="1593858" cy="1593858"/>
          </a:xfrm>
          <a:prstGeom prst="donut">
            <a:avLst>
              <a:gd name="adj" fmla="val 12255"/>
            </a:avLst>
          </a:prstGeom>
          <a:solidFill>
            <a:schemeClr val="accent3">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29" name="Circle: Hollow 28">
            <a:extLst>
              <a:ext uri="{FF2B5EF4-FFF2-40B4-BE49-F238E27FC236}">
                <a16:creationId xmlns:a16="http://schemas.microsoft.com/office/drawing/2014/main" id="{8770E695-5D11-488D-931B-4C4259EC25FF}"/>
              </a:ext>
              <a:ext uri="{C183D7F6-B498-43B3-948B-1728B52AA6E4}">
                <adec:decorative xmlns:adec="http://schemas.microsoft.com/office/drawing/2017/decorative" val="1"/>
              </a:ext>
            </a:extLst>
          </p:cNvPr>
          <p:cNvSpPr/>
          <p:nvPr/>
        </p:nvSpPr>
        <p:spPr>
          <a:xfrm>
            <a:off x="7061316" y="3501330"/>
            <a:ext cx="1593858" cy="1593858"/>
          </a:xfrm>
          <a:prstGeom prst="donut">
            <a:avLst>
              <a:gd name="adj" fmla="val 12255"/>
            </a:avLst>
          </a:prstGeom>
          <a:solidFill>
            <a:schemeClr val="accent4">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2" name="Rectangle 31">
            <a:extLst>
              <a:ext uri="{FF2B5EF4-FFF2-40B4-BE49-F238E27FC236}">
                <a16:creationId xmlns:a16="http://schemas.microsoft.com/office/drawing/2014/main" id="{16FB0785-0013-474B-B959-F2CC8F4C0C1E}"/>
              </a:ext>
            </a:extLst>
          </p:cNvPr>
          <p:cNvSpPr/>
          <p:nvPr/>
        </p:nvSpPr>
        <p:spPr>
          <a:xfrm>
            <a:off x="1292015" y="1453684"/>
            <a:ext cx="2794210" cy="487313"/>
          </a:xfrm>
          <a:prstGeom prst="rect">
            <a:avLst/>
          </a:prstGeom>
        </p:spPr>
        <p:txBody>
          <a:bodyPr wrap="square" lIns="0" tIns="0" rIns="0" bIns="0" anchor="t">
            <a:spAutoFit/>
          </a:bodyPr>
          <a:lstStyle/>
          <a:p>
            <a:pPr algn="ctr">
              <a:lnSpc>
                <a:spcPts val="1900"/>
              </a:lnSpc>
            </a:pPr>
            <a:r>
              <a:rPr lang="en-US" dirty="0">
                <a:latin typeface="Times New Roman" panose="02020603050405020304" pitchFamily="18" charset="0"/>
                <a:cs typeface="Times New Roman" panose="02020603050405020304" pitchFamily="18" charset="0"/>
              </a:rPr>
              <a:t>Module 1:  Data Acquisition and Understanding </a:t>
            </a:r>
            <a:r>
              <a:rPr lang="en-US" sz="1400" dirty="0">
                <a:solidFill>
                  <a:schemeClr val="tx1">
                    <a:lumMod val="75000"/>
                    <a:lumOff val="25000"/>
                  </a:schemeClr>
                </a:solidFill>
                <a:cs typeface="Segoe UI" panose="020B0502040204020203" pitchFamily="34" charset="0"/>
              </a:rPr>
              <a:t>.</a:t>
            </a:r>
          </a:p>
        </p:txBody>
      </p:sp>
      <p:sp>
        <p:nvSpPr>
          <p:cNvPr id="33" name="Rectangle 32">
            <a:extLst>
              <a:ext uri="{FF2B5EF4-FFF2-40B4-BE49-F238E27FC236}">
                <a16:creationId xmlns:a16="http://schemas.microsoft.com/office/drawing/2014/main" id="{913AB221-FD8D-4664-9B4C-AE1B1660ECAA}"/>
              </a:ext>
            </a:extLst>
          </p:cNvPr>
          <p:cNvSpPr/>
          <p:nvPr/>
        </p:nvSpPr>
        <p:spPr>
          <a:xfrm>
            <a:off x="4529114" y="1439434"/>
            <a:ext cx="2428875" cy="487313"/>
          </a:xfrm>
          <a:prstGeom prst="rect">
            <a:avLst/>
          </a:prstGeom>
        </p:spPr>
        <p:txBody>
          <a:bodyPr wrap="square" lIns="0" tIns="0" rIns="0" bIns="0" anchor="t">
            <a:spAutoFit/>
          </a:bodyPr>
          <a:lstStyle/>
          <a:p>
            <a:pPr algn="ctr">
              <a:lnSpc>
                <a:spcPts val="1900"/>
              </a:lnSpc>
            </a:pPr>
            <a:r>
              <a:rPr lang="en-US" dirty="0">
                <a:latin typeface="Times New Roman" panose="02020603050405020304" pitchFamily="18" charset="0"/>
                <a:cs typeface="Times New Roman" panose="02020603050405020304" pitchFamily="18" charset="0"/>
              </a:rPr>
              <a:t>Module 2:  Data Cleaning and Feature Engineering</a:t>
            </a:r>
            <a:r>
              <a:rPr lang="en-US" sz="1400" dirty="0">
                <a:solidFill>
                  <a:schemeClr val="tx1">
                    <a:lumMod val="75000"/>
                    <a:lumOff val="25000"/>
                  </a:schemeClr>
                </a:solidFill>
                <a:cs typeface="Segoe UI" panose="020B0502040204020203" pitchFamily="34" charset="0"/>
              </a:rPr>
              <a:t>.</a:t>
            </a:r>
          </a:p>
        </p:txBody>
      </p:sp>
      <p:sp>
        <p:nvSpPr>
          <p:cNvPr id="34" name="Rectangle 33">
            <a:extLst>
              <a:ext uri="{FF2B5EF4-FFF2-40B4-BE49-F238E27FC236}">
                <a16:creationId xmlns:a16="http://schemas.microsoft.com/office/drawing/2014/main" id="{53F5EDC0-C02E-4790-A681-CA7AB9133338}"/>
              </a:ext>
            </a:extLst>
          </p:cNvPr>
          <p:cNvSpPr/>
          <p:nvPr/>
        </p:nvSpPr>
        <p:spPr>
          <a:xfrm>
            <a:off x="7766215" y="1357350"/>
            <a:ext cx="2428875" cy="487313"/>
          </a:xfrm>
          <a:prstGeom prst="rect">
            <a:avLst/>
          </a:prstGeom>
        </p:spPr>
        <p:txBody>
          <a:bodyPr wrap="square" lIns="0" tIns="0" rIns="0" bIns="0" anchor="t">
            <a:spAutoFit/>
          </a:bodyPr>
          <a:lstStyle/>
          <a:p>
            <a:pPr algn="ctr">
              <a:lnSpc>
                <a:spcPts val="1900"/>
              </a:lnSpc>
            </a:pPr>
            <a:r>
              <a:rPr lang="en-US" dirty="0">
                <a:latin typeface="Times New Roman" panose="02020603050405020304" pitchFamily="18" charset="0"/>
                <a:cs typeface="Times New Roman" panose="02020603050405020304" pitchFamily="18" charset="0"/>
              </a:rPr>
              <a:t>Module 3:  Exploratory Data Analysis (EDA) </a:t>
            </a:r>
            <a:endParaRPr lang="en-US"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35" name="Rectangle 34">
            <a:extLst>
              <a:ext uri="{FF2B5EF4-FFF2-40B4-BE49-F238E27FC236}">
                <a16:creationId xmlns:a16="http://schemas.microsoft.com/office/drawing/2014/main" id="{857F5370-BF8E-406B-BEAE-B1224615626A}"/>
              </a:ext>
            </a:extLst>
          </p:cNvPr>
          <p:cNvSpPr/>
          <p:nvPr/>
        </p:nvSpPr>
        <p:spPr>
          <a:xfrm>
            <a:off x="1996865" y="5332295"/>
            <a:ext cx="2428875" cy="487313"/>
          </a:xfrm>
          <a:prstGeom prst="rect">
            <a:avLst/>
          </a:prstGeom>
        </p:spPr>
        <p:txBody>
          <a:bodyPr wrap="square" lIns="0" tIns="0" rIns="0" bIns="0" anchor="t">
            <a:spAutoFit/>
          </a:bodyPr>
          <a:lstStyle/>
          <a:p>
            <a:pPr algn="ctr">
              <a:lnSpc>
                <a:spcPts val="1900"/>
              </a:lnSpc>
            </a:pPr>
            <a:r>
              <a:rPr lang="en-US" dirty="0">
                <a:latin typeface="Times New Roman" panose="02020603050405020304" pitchFamily="18" charset="0"/>
                <a:cs typeface="Times New Roman" panose="02020603050405020304" pitchFamily="18" charset="0"/>
              </a:rPr>
              <a:t>Module 6:  Dashboard Development </a:t>
            </a:r>
            <a:r>
              <a:rPr lang="en-US" dirty="0">
                <a:solidFill>
                  <a:schemeClr val="tx1">
                    <a:lumMod val="75000"/>
                    <a:lumOff val="25000"/>
                  </a:schemeClr>
                </a:solidFill>
                <a:latin typeface="Times New Roman" panose="02020603050405020304" pitchFamily="18" charset="0"/>
                <a:cs typeface="Times New Roman" panose="02020603050405020304" pitchFamily="18" charset="0"/>
              </a:rPr>
              <a:t>.</a:t>
            </a:r>
          </a:p>
        </p:txBody>
      </p:sp>
      <p:sp>
        <p:nvSpPr>
          <p:cNvPr id="36" name="Rectangle 35">
            <a:extLst>
              <a:ext uri="{FF2B5EF4-FFF2-40B4-BE49-F238E27FC236}">
                <a16:creationId xmlns:a16="http://schemas.microsoft.com/office/drawing/2014/main" id="{98F5A313-1C6C-4AEE-8556-576074B1BF06}"/>
              </a:ext>
            </a:extLst>
          </p:cNvPr>
          <p:cNvSpPr/>
          <p:nvPr/>
        </p:nvSpPr>
        <p:spPr>
          <a:xfrm>
            <a:off x="5233965" y="5332295"/>
            <a:ext cx="2428875" cy="487313"/>
          </a:xfrm>
          <a:prstGeom prst="rect">
            <a:avLst/>
          </a:prstGeom>
        </p:spPr>
        <p:txBody>
          <a:bodyPr wrap="square" lIns="0" tIns="0" rIns="0" bIns="0" anchor="t">
            <a:spAutoFit/>
          </a:bodyPr>
          <a:lstStyle/>
          <a:p>
            <a:pPr algn="ctr">
              <a:lnSpc>
                <a:spcPts val="1900"/>
              </a:lnSpc>
            </a:pPr>
            <a:r>
              <a:rPr lang="en-US" dirty="0">
                <a:latin typeface="Times New Roman" panose="02020603050405020304" pitchFamily="18" charset="0"/>
                <a:cs typeface="Times New Roman" panose="02020603050405020304" pitchFamily="18" charset="0"/>
              </a:rPr>
              <a:t>Module 5:  Category &amp; Channel-Level Insights</a:t>
            </a:r>
            <a:r>
              <a:rPr lang="en-US" dirty="0">
                <a:solidFill>
                  <a:schemeClr val="tx1">
                    <a:lumMod val="75000"/>
                    <a:lumOff val="25000"/>
                  </a:schemeClr>
                </a:solidFill>
                <a:latin typeface="Times New Roman" panose="02020603050405020304" pitchFamily="18" charset="0"/>
                <a:cs typeface="Times New Roman" panose="02020603050405020304" pitchFamily="18" charset="0"/>
              </a:rPr>
              <a:t>.</a:t>
            </a:r>
          </a:p>
        </p:txBody>
      </p:sp>
      <p:sp>
        <p:nvSpPr>
          <p:cNvPr id="37" name="Rectangle 36">
            <a:extLst>
              <a:ext uri="{FF2B5EF4-FFF2-40B4-BE49-F238E27FC236}">
                <a16:creationId xmlns:a16="http://schemas.microsoft.com/office/drawing/2014/main" id="{0C310CC8-6624-4352-A642-89EF6FA7DCE6}"/>
              </a:ext>
            </a:extLst>
          </p:cNvPr>
          <p:cNvSpPr/>
          <p:nvPr/>
        </p:nvSpPr>
        <p:spPr>
          <a:xfrm>
            <a:off x="8471065" y="5332295"/>
            <a:ext cx="2428875" cy="487313"/>
          </a:xfrm>
          <a:prstGeom prst="rect">
            <a:avLst/>
          </a:prstGeom>
        </p:spPr>
        <p:txBody>
          <a:bodyPr wrap="square" lIns="0" tIns="0" rIns="0" bIns="0" anchor="t">
            <a:spAutoFit/>
          </a:bodyPr>
          <a:lstStyle/>
          <a:p>
            <a:pPr algn="ctr">
              <a:lnSpc>
                <a:spcPts val="1900"/>
              </a:lnSpc>
            </a:pPr>
            <a:r>
              <a:rPr lang="en-US" dirty="0">
                <a:latin typeface="Times New Roman" panose="02020603050405020304" pitchFamily="18" charset="0"/>
                <a:cs typeface="Times New Roman" panose="02020603050405020304" pitchFamily="18" charset="0"/>
              </a:rPr>
              <a:t>Module 4:  Performance and Trend Analysis</a:t>
            </a:r>
            <a:endParaRPr lang="en-US"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grpSp>
        <p:nvGrpSpPr>
          <p:cNvPr id="41" name="Group 40" descr="Icon of human being and speech bubble. ">
            <a:extLst>
              <a:ext uri="{FF2B5EF4-FFF2-40B4-BE49-F238E27FC236}">
                <a16:creationId xmlns:a16="http://schemas.microsoft.com/office/drawing/2014/main" id="{F9B9D0B7-66BB-408F-A1CC-EA2209284AAD}"/>
              </a:ext>
            </a:extLst>
          </p:cNvPr>
          <p:cNvGrpSpPr/>
          <p:nvPr/>
        </p:nvGrpSpPr>
        <p:grpSpPr>
          <a:xfrm>
            <a:off x="4144646" y="2903628"/>
            <a:ext cx="378221" cy="380335"/>
            <a:chOff x="3171788" y="779462"/>
            <a:chExt cx="284163" cy="285751"/>
          </a:xfrm>
          <a:solidFill>
            <a:schemeClr val="accent3">
              <a:lumMod val="75000"/>
            </a:schemeClr>
          </a:solidFill>
        </p:grpSpPr>
        <p:sp>
          <p:nvSpPr>
            <p:cNvPr id="42" name="Freeform 2993">
              <a:extLst>
                <a:ext uri="{FF2B5EF4-FFF2-40B4-BE49-F238E27FC236}">
                  <a16:creationId xmlns:a16="http://schemas.microsoft.com/office/drawing/2014/main" id="{214A5167-4E01-4042-851A-88AFE72AE2DD}"/>
                </a:ext>
              </a:extLst>
            </p:cNvPr>
            <p:cNvSpPr>
              <a:spLocks noEditPoints="1"/>
            </p:cNvSpPr>
            <p:nvPr/>
          </p:nvSpPr>
          <p:spPr bwMode="auto">
            <a:xfrm>
              <a:off x="3290851" y="779462"/>
              <a:ext cx="165100" cy="196850"/>
            </a:xfrm>
            <a:custGeom>
              <a:avLst/>
              <a:gdLst>
                <a:gd name="T0" fmla="*/ 291 w 416"/>
                <a:gd name="T1" fmla="*/ 221 h 493"/>
                <a:gd name="T2" fmla="*/ 339 w 416"/>
                <a:gd name="T3" fmla="*/ 173 h 493"/>
                <a:gd name="T4" fmla="*/ 242 w 416"/>
                <a:gd name="T5" fmla="*/ 221 h 493"/>
                <a:gd name="T6" fmla="*/ 195 w 416"/>
                <a:gd name="T7" fmla="*/ 173 h 493"/>
                <a:gd name="T8" fmla="*/ 242 w 416"/>
                <a:gd name="T9" fmla="*/ 221 h 493"/>
                <a:gd name="T10" fmla="*/ 99 w 416"/>
                <a:gd name="T11" fmla="*/ 221 h 493"/>
                <a:gd name="T12" fmla="*/ 147 w 416"/>
                <a:gd name="T13" fmla="*/ 173 h 493"/>
                <a:gd name="T14" fmla="*/ 208 w 416"/>
                <a:gd name="T15" fmla="*/ 0 h 493"/>
                <a:gd name="T16" fmla="*/ 166 w 416"/>
                <a:gd name="T17" fmla="*/ 3 h 493"/>
                <a:gd name="T18" fmla="*/ 127 w 416"/>
                <a:gd name="T19" fmla="*/ 15 h 493"/>
                <a:gd name="T20" fmla="*/ 92 w 416"/>
                <a:gd name="T21" fmla="*/ 33 h 493"/>
                <a:gd name="T22" fmla="*/ 61 w 416"/>
                <a:gd name="T23" fmla="*/ 57 h 493"/>
                <a:gd name="T24" fmla="*/ 35 w 416"/>
                <a:gd name="T25" fmla="*/ 85 h 493"/>
                <a:gd name="T26" fmla="*/ 16 w 416"/>
                <a:gd name="T27" fmla="*/ 117 h 493"/>
                <a:gd name="T28" fmla="*/ 4 w 416"/>
                <a:gd name="T29" fmla="*/ 153 h 493"/>
                <a:gd name="T30" fmla="*/ 0 w 416"/>
                <a:gd name="T31" fmla="*/ 192 h 493"/>
                <a:gd name="T32" fmla="*/ 0 w 416"/>
                <a:gd name="T33" fmla="*/ 194 h 493"/>
                <a:gd name="T34" fmla="*/ 26 w 416"/>
                <a:gd name="T35" fmla="*/ 204 h 493"/>
                <a:gd name="T36" fmla="*/ 47 w 416"/>
                <a:gd name="T37" fmla="*/ 220 h 493"/>
                <a:gd name="T38" fmla="*/ 64 w 416"/>
                <a:gd name="T39" fmla="*/ 238 h 493"/>
                <a:gd name="T40" fmla="*/ 72 w 416"/>
                <a:gd name="T41" fmla="*/ 260 h 493"/>
                <a:gd name="T42" fmla="*/ 76 w 416"/>
                <a:gd name="T43" fmla="*/ 277 h 493"/>
                <a:gd name="T44" fmla="*/ 76 w 416"/>
                <a:gd name="T45" fmla="*/ 293 h 493"/>
                <a:gd name="T46" fmla="*/ 73 w 416"/>
                <a:gd name="T47" fmla="*/ 311 h 493"/>
                <a:gd name="T48" fmla="*/ 67 w 416"/>
                <a:gd name="T49" fmla="*/ 330 h 493"/>
                <a:gd name="T50" fmla="*/ 70 w 416"/>
                <a:gd name="T51" fmla="*/ 333 h 493"/>
                <a:gd name="T52" fmla="*/ 77 w 416"/>
                <a:gd name="T53" fmla="*/ 349 h 493"/>
                <a:gd name="T54" fmla="*/ 94 w 416"/>
                <a:gd name="T55" fmla="*/ 361 h 493"/>
                <a:gd name="T56" fmla="*/ 114 w 416"/>
                <a:gd name="T57" fmla="*/ 371 h 493"/>
                <a:gd name="T58" fmla="*/ 132 w 416"/>
                <a:gd name="T59" fmla="*/ 378 h 493"/>
                <a:gd name="T60" fmla="*/ 153 w 416"/>
                <a:gd name="T61" fmla="*/ 383 h 493"/>
                <a:gd name="T62" fmla="*/ 153 w 416"/>
                <a:gd name="T63" fmla="*/ 428 h 493"/>
                <a:gd name="T64" fmla="*/ 153 w 416"/>
                <a:gd name="T65" fmla="*/ 465 h 493"/>
                <a:gd name="T66" fmla="*/ 173 w 416"/>
                <a:gd name="T67" fmla="*/ 473 h 493"/>
                <a:gd name="T68" fmla="*/ 203 w 416"/>
                <a:gd name="T69" fmla="*/ 446 h 493"/>
                <a:gd name="T70" fmla="*/ 249 w 416"/>
                <a:gd name="T71" fmla="*/ 406 h 493"/>
                <a:gd name="T72" fmla="*/ 274 w 416"/>
                <a:gd name="T73" fmla="*/ 385 h 493"/>
                <a:gd name="T74" fmla="*/ 290 w 416"/>
                <a:gd name="T75" fmla="*/ 371 h 493"/>
                <a:gd name="T76" fmla="*/ 317 w 416"/>
                <a:gd name="T77" fmla="*/ 358 h 493"/>
                <a:gd name="T78" fmla="*/ 342 w 416"/>
                <a:gd name="T79" fmla="*/ 341 h 493"/>
                <a:gd name="T80" fmla="*/ 364 w 416"/>
                <a:gd name="T81" fmla="*/ 321 h 493"/>
                <a:gd name="T82" fmla="*/ 383 w 416"/>
                <a:gd name="T83" fmla="*/ 299 h 493"/>
                <a:gd name="T84" fmla="*/ 397 w 416"/>
                <a:gd name="T85" fmla="*/ 276 h 493"/>
                <a:gd name="T86" fmla="*/ 408 w 416"/>
                <a:gd name="T87" fmla="*/ 249 h 493"/>
                <a:gd name="T88" fmla="*/ 415 w 416"/>
                <a:gd name="T89" fmla="*/ 222 h 493"/>
                <a:gd name="T90" fmla="*/ 416 w 416"/>
                <a:gd name="T91" fmla="*/ 192 h 493"/>
                <a:gd name="T92" fmla="*/ 412 w 416"/>
                <a:gd name="T93" fmla="*/ 154 h 493"/>
                <a:gd name="T94" fmla="*/ 400 w 416"/>
                <a:gd name="T95" fmla="*/ 117 h 493"/>
                <a:gd name="T96" fmla="*/ 381 w 416"/>
                <a:gd name="T97" fmla="*/ 85 h 493"/>
                <a:gd name="T98" fmla="*/ 355 w 416"/>
                <a:gd name="T99" fmla="*/ 57 h 493"/>
                <a:gd name="T100" fmla="*/ 324 w 416"/>
                <a:gd name="T101" fmla="*/ 33 h 493"/>
                <a:gd name="T102" fmla="*/ 289 w 416"/>
                <a:gd name="T103" fmla="*/ 15 h 493"/>
                <a:gd name="T104" fmla="*/ 251 w 416"/>
                <a:gd name="T105" fmla="*/ 3 h 493"/>
                <a:gd name="T106" fmla="*/ 208 w 416"/>
                <a:gd name="T107" fmla="*/ 0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16" h="493">
                  <a:moveTo>
                    <a:pt x="339" y="221"/>
                  </a:moveTo>
                  <a:lnTo>
                    <a:pt x="291" y="221"/>
                  </a:lnTo>
                  <a:lnTo>
                    <a:pt x="291" y="173"/>
                  </a:lnTo>
                  <a:lnTo>
                    <a:pt x="339" y="173"/>
                  </a:lnTo>
                  <a:lnTo>
                    <a:pt x="339" y="221"/>
                  </a:lnTo>
                  <a:close/>
                  <a:moveTo>
                    <a:pt x="242" y="221"/>
                  </a:moveTo>
                  <a:lnTo>
                    <a:pt x="195" y="221"/>
                  </a:lnTo>
                  <a:lnTo>
                    <a:pt x="195" y="173"/>
                  </a:lnTo>
                  <a:lnTo>
                    <a:pt x="242" y="173"/>
                  </a:lnTo>
                  <a:lnTo>
                    <a:pt x="242" y="221"/>
                  </a:lnTo>
                  <a:close/>
                  <a:moveTo>
                    <a:pt x="147" y="221"/>
                  </a:moveTo>
                  <a:lnTo>
                    <a:pt x="99" y="221"/>
                  </a:lnTo>
                  <a:lnTo>
                    <a:pt x="99" y="173"/>
                  </a:lnTo>
                  <a:lnTo>
                    <a:pt x="147" y="173"/>
                  </a:lnTo>
                  <a:lnTo>
                    <a:pt x="147" y="221"/>
                  </a:lnTo>
                  <a:close/>
                  <a:moveTo>
                    <a:pt x="208" y="0"/>
                  </a:moveTo>
                  <a:lnTo>
                    <a:pt x="186" y="1"/>
                  </a:lnTo>
                  <a:lnTo>
                    <a:pt x="166" y="3"/>
                  </a:lnTo>
                  <a:lnTo>
                    <a:pt x="146" y="8"/>
                  </a:lnTo>
                  <a:lnTo>
                    <a:pt x="127" y="15"/>
                  </a:lnTo>
                  <a:lnTo>
                    <a:pt x="109" y="23"/>
                  </a:lnTo>
                  <a:lnTo>
                    <a:pt x="92" y="33"/>
                  </a:lnTo>
                  <a:lnTo>
                    <a:pt x="76" y="44"/>
                  </a:lnTo>
                  <a:lnTo>
                    <a:pt x="61" y="57"/>
                  </a:lnTo>
                  <a:lnTo>
                    <a:pt x="47" y="70"/>
                  </a:lnTo>
                  <a:lnTo>
                    <a:pt x="35" y="85"/>
                  </a:lnTo>
                  <a:lnTo>
                    <a:pt x="25" y="101"/>
                  </a:lnTo>
                  <a:lnTo>
                    <a:pt x="16" y="117"/>
                  </a:lnTo>
                  <a:lnTo>
                    <a:pt x="9" y="135"/>
                  </a:lnTo>
                  <a:lnTo>
                    <a:pt x="4" y="153"/>
                  </a:lnTo>
                  <a:lnTo>
                    <a:pt x="1" y="173"/>
                  </a:lnTo>
                  <a:lnTo>
                    <a:pt x="0" y="192"/>
                  </a:lnTo>
                  <a:lnTo>
                    <a:pt x="0" y="192"/>
                  </a:lnTo>
                  <a:lnTo>
                    <a:pt x="0" y="194"/>
                  </a:lnTo>
                  <a:lnTo>
                    <a:pt x="14" y="198"/>
                  </a:lnTo>
                  <a:lnTo>
                    <a:pt x="26" y="204"/>
                  </a:lnTo>
                  <a:lnTo>
                    <a:pt x="38" y="211"/>
                  </a:lnTo>
                  <a:lnTo>
                    <a:pt x="47" y="220"/>
                  </a:lnTo>
                  <a:lnTo>
                    <a:pt x="57" y="228"/>
                  </a:lnTo>
                  <a:lnTo>
                    <a:pt x="64" y="238"/>
                  </a:lnTo>
                  <a:lnTo>
                    <a:pt x="69" y="248"/>
                  </a:lnTo>
                  <a:lnTo>
                    <a:pt x="72" y="260"/>
                  </a:lnTo>
                  <a:lnTo>
                    <a:pt x="74" y="268"/>
                  </a:lnTo>
                  <a:lnTo>
                    <a:pt x="76" y="277"/>
                  </a:lnTo>
                  <a:lnTo>
                    <a:pt x="76" y="285"/>
                  </a:lnTo>
                  <a:lnTo>
                    <a:pt x="76" y="293"/>
                  </a:lnTo>
                  <a:lnTo>
                    <a:pt x="74" y="303"/>
                  </a:lnTo>
                  <a:lnTo>
                    <a:pt x="73" y="311"/>
                  </a:lnTo>
                  <a:lnTo>
                    <a:pt x="71" y="321"/>
                  </a:lnTo>
                  <a:lnTo>
                    <a:pt x="67" y="330"/>
                  </a:lnTo>
                  <a:lnTo>
                    <a:pt x="69" y="332"/>
                  </a:lnTo>
                  <a:lnTo>
                    <a:pt x="70" y="333"/>
                  </a:lnTo>
                  <a:lnTo>
                    <a:pt x="73" y="341"/>
                  </a:lnTo>
                  <a:lnTo>
                    <a:pt x="77" y="349"/>
                  </a:lnTo>
                  <a:lnTo>
                    <a:pt x="85" y="355"/>
                  </a:lnTo>
                  <a:lnTo>
                    <a:pt x="94" y="361"/>
                  </a:lnTo>
                  <a:lnTo>
                    <a:pt x="104" y="366"/>
                  </a:lnTo>
                  <a:lnTo>
                    <a:pt x="114" y="371"/>
                  </a:lnTo>
                  <a:lnTo>
                    <a:pt x="123" y="374"/>
                  </a:lnTo>
                  <a:lnTo>
                    <a:pt x="132" y="378"/>
                  </a:lnTo>
                  <a:lnTo>
                    <a:pt x="142" y="380"/>
                  </a:lnTo>
                  <a:lnTo>
                    <a:pt x="153" y="383"/>
                  </a:lnTo>
                  <a:lnTo>
                    <a:pt x="153" y="403"/>
                  </a:lnTo>
                  <a:lnTo>
                    <a:pt x="153" y="428"/>
                  </a:lnTo>
                  <a:lnTo>
                    <a:pt x="153" y="449"/>
                  </a:lnTo>
                  <a:lnTo>
                    <a:pt x="153" y="465"/>
                  </a:lnTo>
                  <a:lnTo>
                    <a:pt x="153" y="493"/>
                  </a:lnTo>
                  <a:lnTo>
                    <a:pt x="173" y="473"/>
                  </a:lnTo>
                  <a:lnTo>
                    <a:pt x="185" y="462"/>
                  </a:lnTo>
                  <a:lnTo>
                    <a:pt x="203" y="446"/>
                  </a:lnTo>
                  <a:lnTo>
                    <a:pt x="227" y="427"/>
                  </a:lnTo>
                  <a:lnTo>
                    <a:pt x="249" y="406"/>
                  </a:lnTo>
                  <a:lnTo>
                    <a:pt x="262" y="395"/>
                  </a:lnTo>
                  <a:lnTo>
                    <a:pt x="274" y="385"/>
                  </a:lnTo>
                  <a:lnTo>
                    <a:pt x="284" y="377"/>
                  </a:lnTo>
                  <a:lnTo>
                    <a:pt x="290" y="371"/>
                  </a:lnTo>
                  <a:lnTo>
                    <a:pt x="304" y="365"/>
                  </a:lnTo>
                  <a:lnTo>
                    <a:pt x="317" y="358"/>
                  </a:lnTo>
                  <a:lnTo>
                    <a:pt x="330" y="349"/>
                  </a:lnTo>
                  <a:lnTo>
                    <a:pt x="342" y="341"/>
                  </a:lnTo>
                  <a:lnTo>
                    <a:pt x="353" y="332"/>
                  </a:lnTo>
                  <a:lnTo>
                    <a:pt x="364" y="321"/>
                  </a:lnTo>
                  <a:lnTo>
                    <a:pt x="373" y="310"/>
                  </a:lnTo>
                  <a:lnTo>
                    <a:pt x="383" y="299"/>
                  </a:lnTo>
                  <a:lnTo>
                    <a:pt x="390" y="288"/>
                  </a:lnTo>
                  <a:lnTo>
                    <a:pt x="397" y="276"/>
                  </a:lnTo>
                  <a:lnTo>
                    <a:pt x="403" y="263"/>
                  </a:lnTo>
                  <a:lnTo>
                    <a:pt x="408" y="249"/>
                  </a:lnTo>
                  <a:lnTo>
                    <a:pt x="411" y="235"/>
                  </a:lnTo>
                  <a:lnTo>
                    <a:pt x="415" y="222"/>
                  </a:lnTo>
                  <a:lnTo>
                    <a:pt x="416" y="208"/>
                  </a:lnTo>
                  <a:lnTo>
                    <a:pt x="416" y="192"/>
                  </a:lnTo>
                  <a:lnTo>
                    <a:pt x="416" y="173"/>
                  </a:lnTo>
                  <a:lnTo>
                    <a:pt x="412" y="154"/>
                  </a:lnTo>
                  <a:lnTo>
                    <a:pt x="408" y="135"/>
                  </a:lnTo>
                  <a:lnTo>
                    <a:pt x="400" y="117"/>
                  </a:lnTo>
                  <a:lnTo>
                    <a:pt x="391" y="101"/>
                  </a:lnTo>
                  <a:lnTo>
                    <a:pt x="381" y="85"/>
                  </a:lnTo>
                  <a:lnTo>
                    <a:pt x="368" y="70"/>
                  </a:lnTo>
                  <a:lnTo>
                    <a:pt x="355" y="57"/>
                  </a:lnTo>
                  <a:lnTo>
                    <a:pt x="341" y="44"/>
                  </a:lnTo>
                  <a:lnTo>
                    <a:pt x="324" y="33"/>
                  </a:lnTo>
                  <a:lnTo>
                    <a:pt x="308" y="23"/>
                  </a:lnTo>
                  <a:lnTo>
                    <a:pt x="289" y="15"/>
                  </a:lnTo>
                  <a:lnTo>
                    <a:pt x="270" y="8"/>
                  </a:lnTo>
                  <a:lnTo>
                    <a:pt x="251" y="3"/>
                  </a:lnTo>
                  <a:lnTo>
                    <a:pt x="229" y="1"/>
                  </a:lnTo>
                  <a:lnTo>
                    <a:pt x="20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2" name="Freeform 2994">
              <a:extLst>
                <a:ext uri="{FF2B5EF4-FFF2-40B4-BE49-F238E27FC236}">
                  <a16:creationId xmlns:a16="http://schemas.microsoft.com/office/drawing/2014/main" id="{EF3D2201-62FC-4C65-ADA0-327F681139C4}"/>
                </a:ext>
              </a:extLst>
            </p:cNvPr>
            <p:cNvSpPr>
              <a:spLocks/>
            </p:cNvSpPr>
            <p:nvPr/>
          </p:nvSpPr>
          <p:spPr bwMode="auto">
            <a:xfrm>
              <a:off x="3171788" y="863600"/>
              <a:ext cx="190500" cy="201613"/>
            </a:xfrm>
            <a:custGeom>
              <a:avLst/>
              <a:gdLst>
                <a:gd name="T0" fmla="*/ 393 w 480"/>
                <a:gd name="T1" fmla="*/ 357 h 507"/>
                <a:gd name="T2" fmla="*/ 312 w 480"/>
                <a:gd name="T3" fmla="*/ 312 h 507"/>
                <a:gd name="T4" fmla="*/ 320 w 480"/>
                <a:gd name="T5" fmla="*/ 267 h 507"/>
                <a:gd name="T6" fmla="*/ 324 w 480"/>
                <a:gd name="T7" fmla="*/ 261 h 507"/>
                <a:gd name="T8" fmla="*/ 329 w 480"/>
                <a:gd name="T9" fmla="*/ 254 h 507"/>
                <a:gd name="T10" fmla="*/ 332 w 480"/>
                <a:gd name="T11" fmla="*/ 244 h 507"/>
                <a:gd name="T12" fmla="*/ 336 w 480"/>
                <a:gd name="T13" fmla="*/ 231 h 507"/>
                <a:gd name="T14" fmla="*/ 338 w 480"/>
                <a:gd name="T15" fmla="*/ 219 h 507"/>
                <a:gd name="T16" fmla="*/ 339 w 480"/>
                <a:gd name="T17" fmla="*/ 203 h 507"/>
                <a:gd name="T18" fmla="*/ 350 w 480"/>
                <a:gd name="T19" fmla="*/ 190 h 507"/>
                <a:gd name="T20" fmla="*/ 354 w 480"/>
                <a:gd name="T21" fmla="*/ 185 h 507"/>
                <a:gd name="T22" fmla="*/ 356 w 480"/>
                <a:gd name="T23" fmla="*/ 179 h 507"/>
                <a:gd name="T24" fmla="*/ 357 w 480"/>
                <a:gd name="T25" fmla="*/ 173 h 507"/>
                <a:gd name="T26" fmla="*/ 358 w 480"/>
                <a:gd name="T27" fmla="*/ 166 h 507"/>
                <a:gd name="T28" fmla="*/ 357 w 480"/>
                <a:gd name="T29" fmla="*/ 149 h 507"/>
                <a:gd name="T30" fmla="*/ 354 w 480"/>
                <a:gd name="T31" fmla="*/ 140 h 507"/>
                <a:gd name="T32" fmla="*/ 350 w 480"/>
                <a:gd name="T33" fmla="*/ 131 h 507"/>
                <a:gd name="T34" fmla="*/ 343 w 480"/>
                <a:gd name="T35" fmla="*/ 125 h 507"/>
                <a:gd name="T36" fmla="*/ 355 w 480"/>
                <a:gd name="T37" fmla="*/ 84 h 507"/>
                <a:gd name="T38" fmla="*/ 353 w 480"/>
                <a:gd name="T39" fmla="*/ 54 h 507"/>
                <a:gd name="T40" fmla="*/ 336 w 480"/>
                <a:gd name="T41" fmla="*/ 28 h 507"/>
                <a:gd name="T42" fmla="*/ 305 w 480"/>
                <a:gd name="T43" fmla="*/ 9 h 507"/>
                <a:gd name="T44" fmla="*/ 286 w 480"/>
                <a:gd name="T45" fmla="*/ 4 h 507"/>
                <a:gd name="T46" fmla="*/ 267 w 480"/>
                <a:gd name="T47" fmla="*/ 0 h 507"/>
                <a:gd name="T48" fmla="*/ 251 w 480"/>
                <a:gd name="T49" fmla="*/ 0 h 507"/>
                <a:gd name="T50" fmla="*/ 232 w 480"/>
                <a:gd name="T51" fmla="*/ 2 h 507"/>
                <a:gd name="T52" fmla="*/ 217 w 480"/>
                <a:gd name="T53" fmla="*/ 4 h 507"/>
                <a:gd name="T54" fmla="*/ 203 w 480"/>
                <a:gd name="T55" fmla="*/ 8 h 507"/>
                <a:gd name="T56" fmla="*/ 192 w 480"/>
                <a:gd name="T57" fmla="*/ 11 h 507"/>
                <a:gd name="T58" fmla="*/ 157 w 480"/>
                <a:gd name="T59" fmla="*/ 38 h 507"/>
                <a:gd name="T60" fmla="*/ 154 w 480"/>
                <a:gd name="T61" fmla="*/ 44 h 507"/>
                <a:gd name="T62" fmla="*/ 140 w 480"/>
                <a:gd name="T63" fmla="*/ 46 h 507"/>
                <a:gd name="T64" fmla="*/ 131 w 480"/>
                <a:gd name="T65" fmla="*/ 48 h 507"/>
                <a:gd name="T66" fmla="*/ 126 w 480"/>
                <a:gd name="T67" fmla="*/ 53 h 507"/>
                <a:gd name="T68" fmla="*/ 123 w 480"/>
                <a:gd name="T69" fmla="*/ 56 h 507"/>
                <a:gd name="T70" fmla="*/ 118 w 480"/>
                <a:gd name="T71" fmla="*/ 66 h 507"/>
                <a:gd name="T72" fmla="*/ 118 w 480"/>
                <a:gd name="T73" fmla="*/ 75 h 507"/>
                <a:gd name="T74" fmla="*/ 118 w 480"/>
                <a:gd name="T75" fmla="*/ 84 h 507"/>
                <a:gd name="T76" fmla="*/ 121 w 480"/>
                <a:gd name="T77" fmla="*/ 92 h 507"/>
                <a:gd name="T78" fmla="*/ 123 w 480"/>
                <a:gd name="T79" fmla="*/ 100 h 507"/>
                <a:gd name="T80" fmla="*/ 125 w 480"/>
                <a:gd name="T81" fmla="*/ 109 h 507"/>
                <a:gd name="T82" fmla="*/ 132 w 480"/>
                <a:gd name="T83" fmla="*/ 125 h 507"/>
                <a:gd name="T84" fmla="*/ 116 w 480"/>
                <a:gd name="T85" fmla="*/ 148 h 507"/>
                <a:gd name="T86" fmla="*/ 115 w 480"/>
                <a:gd name="T87" fmla="*/ 174 h 507"/>
                <a:gd name="T88" fmla="*/ 118 w 480"/>
                <a:gd name="T89" fmla="*/ 185 h 507"/>
                <a:gd name="T90" fmla="*/ 124 w 480"/>
                <a:gd name="T91" fmla="*/ 193 h 507"/>
                <a:gd name="T92" fmla="*/ 130 w 480"/>
                <a:gd name="T93" fmla="*/ 199 h 507"/>
                <a:gd name="T94" fmla="*/ 138 w 480"/>
                <a:gd name="T95" fmla="*/ 216 h 507"/>
                <a:gd name="T96" fmla="*/ 144 w 480"/>
                <a:gd name="T97" fmla="*/ 242 h 507"/>
                <a:gd name="T98" fmla="*/ 161 w 480"/>
                <a:gd name="T99" fmla="*/ 268 h 507"/>
                <a:gd name="T100" fmla="*/ 168 w 480"/>
                <a:gd name="T101" fmla="*/ 312 h 507"/>
                <a:gd name="T102" fmla="*/ 87 w 480"/>
                <a:gd name="T103" fmla="*/ 357 h 507"/>
                <a:gd name="T104" fmla="*/ 19 w 480"/>
                <a:gd name="T105" fmla="*/ 399 h 507"/>
                <a:gd name="T106" fmla="*/ 2 w 480"/>
                <a:gd name="T107" fmla="*/ 420 h 507"/>
                <a:gd name="T108" fmla="*/ 4 w 480"/>
                <a:gd name="T109" fmla="*/ 504 h 507"/>
                <a:gd name="T110" fmla="*/ 473 w 480"/>
                <a:gd name="T111" fmla="*/ 506 h 507"/>
                <a:gd name="T112" fmla="*/ 480 w 480"/>
                <a:gd name="T113" fmla="*/ 424 h 507"/>
                <a:gd name="T114" fmla="*/ 471 w 480"/>
                <a:gd name="T115" fmla="*/ 408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80" h="507">
                  <a:moveTo>
                    <a:pt x="446" y="388"/>
                  </a:moveTo>
                  <a:lnTo>
                    <a:pt x="435" y="380"/>
                  </a:lnTo>
                  <a:lnTo>
                    <a:pt x="418" y="370"/>
                  </a:lnTo>
                  <a:lnTo>
                    <a:pt x="393" y="357"/>
                  </a:lnTo>
                  <a:lnTo>
                    <a:pt x="367" y="344"/>
                  </a:lnTo>
                  <a:lnTo>
                    <a:pt x="339" y="331"/>
                  </a:lnTo>
                  <a:lnTo>
                    <a:pt x="312" y="319"/>
                  </a:lnTo>
                  <a:lnTo>
                    <a:pt x="312" y="312"/>
                  </a:lnTo>
                  <a:lnTo>
                    <a:pt x="312" y="280"/>
                  </a:lnTo>
                  <a:lnTo>
                    <a:pt x="312" y="274"/>
                  </a:lnTo>
                  <a:lnTo>
                    <a:pt x="316" y="272"/>
                  </a:lnTo>
                  <a:lnTo>
                    <a:pt x="320" y="267"/>
                  </a:lnTo>
                  <a:lnTo>
                    <a:pt x="320" y="266"/>
                  </a:lnTo>
                  <a:lnTo>
                    <a:pt x="320" y="266"/>
                  </a:lnTo>
                  <a:lnTo>
                    <a:pt x="323" y="263"/>
                  </a:lnTo>
                  <a:lnTo>
                    <a:pt x="324" y="261"/>
                  </a:lnTo>
                  <a:lnTo>
                    <a:pt x="325" y="260"/>
                  </a:lnTo>
                  <a:lnTo>
                    <a:pt x="325" y="260"/>
                  </a:lnTo>
                  <a:lnTo>
                    <a:pt x="326" y="256"/>
                  </a:lnTo>
                  <a:lnTo>
                    <a:pt x="329" y="254"/>
                  </a:lnTo>
                  <a:lnTo>
                    <a:pt x="329" y="253"/>
                  </a:lnTo>
                  <a:lnTo>
                    <a:pt x="329" y="251"/>
                  </a:lnTo>
                  <a:lnTo>
                    <a:pt x="331" y="248"/>
                  </a:lnTo>
                  <a:lnTo>
                    <a:pt x="332" y="244"/>
                  </a:lnTo>
                  <a:lnTo>
                    <a:pt x="332" y="243"/>
                  </a:lnTo>
                  <a:lnTo>
                    <a:pt x="332" y="243"/>
                  </a:lnTo>
                  <a:lnTo>
                    <a:pt x="335" y="237"/>
                  </a:lnTo>
                  <a:lnTo>
                    <a:pt x="336" y="231"/>
                  </a:lnTo>
                  <a:lnTo>
                    <a:pt x="336" y="231"/>
                  </a:lnTo>
                  <a:lnTo>
                    <a:pt x="336" y="231"/>
                  </a:lnTo>
                  <a:lnTo>
                    <a:pt x="337" y="225"/>
                  </a:lnTo>
                  <a:lnTo>
                    <a:pt x="338" y="219"/>
                  </a:lnTo>
                  <a:lnTo>
                    <a:pt x="338" y="217"/>
                  </a:lnTo>
                  <a:lnTo>
                    <a:pt x="338" y="215"/>
                  </a:lnTo>
                  <a:lnTo>
                    <a:pt x="339" y="209"/>
                  </a:lnTo>
                  <a:lnTo>
                    <a:pt x="339" y="203"/>
                  </a:lnTo>
                  <a:lnTo>
                    <a:pt x="345" y="197"/>
                  </a:lnTo>
                  <a:lnTo>
                    <a:pt x="350" y="191"/>
                  </a:lnTo>
                  <a:lnTo>
                    <a:pt x="350" y="190"/>
                  </a:lnTo>
                  <a:lnTo>
                    <a:pt x="350" y="190"/>
                  </a:lnTo>
                  <a:lnTo>
                    <a:pt x="353" y="187"/>
                  </a:lnTo>
                  <a:lnTo>
                    <a:pt x="354" y="185"/>
                  </a:lnTo>
                  <a:lnTo>
                    <a:pt x="354" y="185"/>
                  </a:lnTo>
                  <a:lnTo>
                    <a:pt x="354" y="185"/>
                  </a:lnTo>
                  <a:lnTo>
                    <a:pt x="355" y="182"/>
                  </a:lnTo>
                  <a:lnTo>
                    <a:pt x="355" y="180"/>
                  </a:lnTo>
                  <a:lnTo>
                    <a:pt x="355" y="179"/>
                  </a:lnTo>
                  <a:lnTo>
                    <a:pt x="356" y="179"/>
                  </a:lnTo>
                  <a:lnTo>
                    <a:pt x="356" y="176"/>
                  </a:lnTo>
                  <a:lnTo>
                    <a:pt x="357" y="174"/>
                  </a:lnTo>
                  <a:lnTo>
                    <a:pt x="357" y="173"/>
                  </a:lnTo>
                  <a:lnTo>
                    <a:pt x="357" y="173"/>
                  </a:lnTo>
                  <a:lnTo>
                    <a:pt x="357" y="169"/>
                  </a:lnTo>
                  <a:lnTo>
                    <a:pt x="357" y="167"/>
                  </a:lnTo>
                  <a:lnTo>
                    <a:pt x="358" y="167"/>
                  </a:lnTo>
                  <a:lnTo>
                    <a:pt x="358" y="166"/>
                  </a:lnTo>
                  <a:lnTo>
                    <a:pt x="358" y="163"/>
                  </a:lnTo>
                  <a:lnTo>
                    <a:pt x="358" y="160"/>
                  </a:lnTo>
                  <a:lnTo>
                    <a:pt x="358" y="155"/>
                  </a:lnTo>
                  <a:lnTo>
                    <a:pt x="357" y="149"/>
                  </a:lnTo>
                  <a:lnTo>
                    <a:pt x="357" y="149"/>
                  </a:lnTo>
                  <a:lnTo>
                    <a:pt x="357" y="148"/>
                  </a:lnTo>
                  <a:lnTo>
                    <a:pt x="356" y="143"/>
                  </a:lnTo>
                  <a:lnTo>
                    <a:pt x="354" y="140"/>
                  </a:lnTo>
                  <a:lnTo>
                    <a:pt x="354" y="138"/>
                  </a:lnTo>
                  <a:lnTo>
                    <a:pt x="354" y="138"/>
                  </a:lnTo>
                  <a:lnTo>
                    <a:pt x="353" y="135"/>
                  </a:lnTo>
                  <a:lnTo>
                    <a:pt x="350" y="131"/>
                  </a:lnTo>
                  <a:lnTo>
                    <a:pt x="349" y="131"/>
                  </a:lnTo>
                  <a:lnTo>
                    <a:pt x="349" y="131"/>
                  </a:lnTo>
                  <a:lnTo>
                    <a:pt x="347" y="128"/>
                  </a:lnTo>
                  <a:lnTo>
                    <a:pt x="343" y="125"/>
                  </a:lnTo>
                  <a:lnTo>
                    <a:pt x="344" y="122"/>
                  </a:lnTo>
                  <a:lnTo>
                    <a:pt x="347" y="117"/>
                  </a:lnTo>
                  <a:lnTo>
                    <a:pt x="351" y="100"/>
                  </a:lnTo>
                  <a:lnTo>
                    <a:pt x="355" y="84"/>
                  </a:lnTo>
                  <a:lnTo>
                    <a:pt x="355" y="77"/>
                  </a:lnTo>
                  <a:lnTo>
                    <a:pt x="355" y="69"/>
                  </a:lnTo>
                  <a:lnTo>
                    <a:pt x="354" y="61"/>
                  </a:lnTo>
                  <a:lnTo>
                    <a:pt x="353" y="54"/>
                  </a:lnTo>
                  <a:lnTo>
                    <a:pt x="350" y="47"/>
                  </a:lnTo>
                  <a:lnTo>
                    <a:pt x="347" y="40"/>
                  </a:lnTo>
                  <a:lnTo>
                    <a:pt x="342" y="34"/>
                  </a:lnTo>
                  <a:lnTo>
                    <a:pt x="336" y="28"/>
                  </a:lnTo>
                  <a:lnTo>
                    <a:pt x="330" y="22"/>
                  </a:lnTo>
                  <a:lnTo>
                    <a:pt x="323" y="17"/>
                  </a:lnTo>
                  <a:lnTo>
                    <a:pt x="314" y="12"/>
                  </a:lnTo>
                  <a:lnTo>
                    <a:pt x="305" y="9"/>
                  </a:lnTo>
                  <a:lnTo>
                    <a:pt x="305" y="9"/>
                  </a:lnTo>
                  <a:lnTo>
                    <a:pt x="305" y="9"/>
                  </a:lnTo>
                  <a:lnTo>
                    <a:pt x="295" y="6"/>
                  </a:lnTo>
                  <a:lnTo>
                    <a:pt x="286" y="4"/>
                  </a:lnTo>
                  <a:lnTo>
                    <a:pt x="276" y="2"/>
                  </a:lnTo>
                  <a:lnTo>
                    <a:pt x="267" y="0"/>
                  </a:lnTo>
                  <a:lnTo>
                    <a:pt x="267" y="0"/>
                  </a:lnTo>
                  <a:lnTo>
                    <a:pt x="267" y="0"/>
                  </a:lnTo>
                  <a:lnTo>
                    <a:pt x="263" y="0"/>
                  </a:lnTo>
                  <a:lnTo>
                    <a:pt x="260" y="0"/>
                  </a:lnTo>
                  <a:lnTo>
                    <a:pt x="255" y="0"/>
                  </a:lnTo>
                  <a:lnTo>
                    <a:pt x="251" y="0"/>
                  </a:lnTo>
                  <a:lnTo>
                    <a:pt x="244" y="0"/>
                  </a:lnTo>
                  <a:lnTo>
                    <a:pt x="237" y="0"/>
                  </a:lnTo>
                  <a:lnTo>
                    <a:pt x="235" y="0"/>
                  </a:lnTo>
                  <a:lnTo>
                    <a:pt x="232" y="2"/>
                  </a:lnTo>
                  <a:lnTo>
                    <a:pt x="229" y="2"/>
                  </a:lnTo>
                  <a:lnTo>
                    <a:pt x="224" y="3"/>
                  </a:lnTo>
                  <a:lnTo>
                    <a:pt x="220" y="3"/>
                  </a:lnTo>
                  <a:lnTo>
                    <a:pt x="217" y="4"/>
                  </a:lnTo>
                  <a:lnTo>
                    <a:pt x="215" y="4"/>
                  </a:lnTo>
                  <a:lnTo>
                    <a:pt x="212" y="5"/>
                  </a:lnTo>
                  <a:lnTo>
                    <a:pt x="207" y="6"/>
                  </a:lnTo>
                  <a:lnTo>
                    <a:pt x="203" y="8"/>
                  </a:lnTo>
                  <a:lnTo>
                    <a:pt x="199" y="9"/>
                  </a:lnTo>
                  <a:lnTo>
                    <a:pt x="195" y="10"/>
                  </a:lnTo>
                  <a:lnTo>
                    <a:pt x="193" y="10"/>
                  </a:lnTo>
                  <a:lnTo>
                    <a:pt x="192" y="11"/>
                  </a:lnTo>
                  <a:lnTo>
                    <a:pt x="181" y="16"/>
                  </a:lnTo>
                  <a:lnTo>
                    <a:pt x="172" y="23"/>
                  </a:lnTo>
                  <a:lnTo>
                    <a:pt x="163" y="30"/>
                  </a:lnTo>
                  <a:lnTo>
                    <a:pt x="157" y="38"/>
                  </a:lnTo>
                  <a:lnTo>
                    <a:pt x="157" y="38"/>
                  </a:lnTo>
                  <a:lnTo>
                    <a:pt x="156" y="38"/>
                  </a:lnTo>
                  <a:lnTo>
                    <a:pt x="155" y="42"/>
                  </a:lnTo>
                  <a:lnTo>
                    <a:pt x="154" y="44"/>
                  </a:lnTo>
                  <a:lnTo>
                    <a:pt x="150" y="44"/>
                  </a:lnTo>
                  <a:lnTo>
                    <a:pt x="148" y="44"/>
                  </a:lnTo>
                  <a:lnTo>
                    <a:pt x="143" y="44"/>
                  </a:lnTo>
                  <a:lnTo>
                    <a:pt x="140" y="46"/>
                  </a:lnTo>
                  <a:lnTo>
                    <a:pt x="138" y="46"/>
                  </a:lnTo>
                  <a:lnTo>
                    <a:pt x="137" y="46"/>
                  </a:lnTo>
                  <a:lnTo>
                    <a:pt x="135" y="47"/>
                  </a:lnTo>
                  <a:lnTo>
                    <a:pt x="131" y="48"/>
                  </a:lnTo>
                  <a:lnTo>
                    <a:pt x="131" y="48"/>
                  </a:lnTo>
                  <a:lnTo>
                    <a:pt x="130" y="49"/>
                  </a:lnTo>
                  <a:lnTo>
                    <a:pt x="128" y="50"/>
                  </a:lnTo>
                  <a:lnTo>
                    <a:pt x="126" y="53"/>
                  </a:lnTo>
                  <a:lnTo>
                    <a:pt x="125" y="53"/>
                  </a:lnTo>
                  <a:lnTo>
                    <a:pt x="125" y="53"/>
                  </a:lnTo>
                  <a:lnTo>
                    <a:pt x="124" y="55"/>
                  </a:lnTo>
                  <a:lnTo>
                    <a:pt x="123" y="56"/>
                  </a:lnTo>
                  <a:lnTo>
                    <a:pt x="121" y="60"/>
                  </a:lnTo>
                  <a:lnTo>
                    <a:pt x="119" y="63"/>
                  </a:lnTo>
                  <a:lnTo>
                    <a:pt x="119" y="65"/>
                  </a:lnTo>
                  <a:lnTo>
                    <a:pt x="118" y="66"/>
                  </a:lnTo>
                  <a:lnTo>
                    <a:pt x="118" y="68"/>
                  </a:lnTo>
                  <a:lnTo>
                    <a:pt x="118" y="71"/>
                  </a:lnTo>
                  <a:lnTo>
                    <a:pt x="118" y="73"/>
                  </a:lnTo>
                  <a:lnTo>
                    <a:pt x="118" y="75"/>
                  </a:lnTo>
                  <a:lnTo>
                    <a:pt x="118" y="77"/>
                  </a:lnTo>
                  <a:lnTo>
                    <a:pt x="118" y="79"/>
                  </a:lnTo>
                  <a:lnTo>
                    <a:pt x="118" y="81"/>
                  </a:lnTo>
                  <a:lnTo>
                    <a:pt x="118" y="84"/>
                  </a:lnTo>
                  <a:lnTo>
                    <a:pt x="119" y="85"/>
                  </a:lnTo>
                  <a:lnTo>
                    <a:pt x="119" y="87"/>
                  </a:lnTo>
                  <a:lnTo>
                    <a:pt x="119" y="90"/>
                  </a:lnTo>
                  <a:lnTo>
                    <a:pt x="121" y="92"/>
                  </a:lnTo>
                  <a:lnTo>
                    <a:pt x="121" y="94"/>
                  </a:lnTo>
                  <a:lnTo>
                    <a:pt x="122" y="96"/>
                  </a:lnTo>
                  <a:lnTo>
                    <a:pt x="122" y="98"/>
                  </a:lnTo>
                  <a:lnTo>
                    <a:pt x="123" y="100"/>
                  </a:lnTo>
                  <a:lnTo>
                    <a:pt x="124" y="103"/>
                  </a:lnTo>
                  <a:lnTo>
                    <a:pt x="125" y="106"/>
                  </a:lnTo>
                  <a:lnTo>
                    <a:pt x="125" y="107"/>
                  </a:lnTo>
                  <a:lnTo>
                    <a:pt x="125" y="109"/>
                  </a:lnTo>
                  <a:lnTo>
                    <a:pt x="129" y="117"/>
                  </a:lnTo>
                  <a:lnTo>
                    <a:pt x="132" y="125"/>
                  </a:lnTo>
                  <a:lnTo>
                    <a:pt x="132" y="125"/>
                  </a:lnTo>
                  <a:lnTo>
                    <a:pt x="132" y="125"/>
                  </a:lnTo>
                  <a:lnTo>
                    <a:pt x="126" y="130"/>
                  </a:lnTo>
                  <a:lnTo>
                    <a:pt x="122" y="136"/>
                  </a:lnTo>
                  <a:lnTo>
                    <a:pt x="118" y="142"/>
                  </a:lnTo>
                  <a:lnTo>
                    <a:pt x="116" y="148"/>
                  </a:lnTo>
                  <a:lnTo>
                    <a:pt x="115" y="155"/>
                  </a:lnTo>
                  <a:lnTo>
                    <a:pt x="115" y="163"/>
                  </a:lnTo>
                  <a:lnTo>
                    <a:pt x="115" y="168"/>
                  </a:lnTo>
                  <a:lnTo>
                    <a:pt x="115" y="174"/>
                  </a:lnTo>
                  <a:lnTo>
                    <a:pt x="116" y="175"/>
                  </a:lnTo>
                  <a:lnTo>
                    <a:pt x="116" y="175"/>
                  </a:lnTo>
                  <a:lnTo>
                    <a:pt x="117" y="180"/>
                  </a:lnTo>
                  <a:lnTo>
                    <a:pt x="118" y="185"/>
                  </a:lnTo>
                  <a:lnTo>
                    <a:pt x="119" y="186"/>
                  </a:lnTo>
                  <a:lnTo>
                    <a:pt x="119" y="187"/>
                  </a:lnTo>
                  <a:lnTo>
                    <a:pt x="122" y="190"/>
                  </a:lnTo>
                  <a:lnTo>
                    <a:pt x="124" y="193"/>
                  </a:lnTo>
                  <a:lnTo>
                    <a:pt x="125" y="194"/>
                  </a:lnTo>
                  <a:lnTo>
                    <a:pt x="125" y="195"/>
                  </a:lnTo>
                  <a:lnTo>
                    <a:pt x="128" y="198"/>
                  </a:lnTo>
                  <a:lnTo>
                    <a:pt x="130" y="199"/>
                  </a:lnTo>
                  <a:lnTo>
                    <a:pt x="134" y="201"/>
                  </a:lnTo>
                  <a:lnTo>
                    <a:pt x="137" y="203"/>
                  </a:lnTo>
                  <a:lnTo>
                    <a:pt x="137" y="210"/>
                  </a:lnTo>
                  <a:lnTo>
                    <a:pt x="138" y="216"/>
                  </a:lnTo>
                  <a:lnTo>
                    <a:pt x="138" y="218"/>
                  </a:lnTo>
                  <a:lnTo>
                    <a:pt x="138" y="220"/>
                  </a:lnTo>
                  <a:lnTo>
                    <a:pt x="141" y="231"/>
                  </a:lnTo>
                  <a:lnTo>
                    <a:pt x="144" y="242"/>
                  </a:lnTo>
                  <a:lnTo>
                    <a:pt x="148" y="250"/>
                  </a:lnTo>
                  <a:lnTo>
                    <a:pt x="151" y="257"/>
                  </a:lnTo>
                  <a:lnTo>
                    <a:pt x="156" y="263"/>
                  </a:lnTo>
                  <a:lnTo>
                    <a:pt x="161" y="268"/>
                  </a:lnTo>
                  <a:lnTo>
                    <a:pt x="165" y="272"/>
                  </a:lnTo>
                  <a:lnTo>
                    <a:pt x="168" y="275"/>
                  </a:lnTo>
                  <a:lnTo>
                    <a:pt x="168" y="281"/>
                  </a:lnTo>
                  <a:lnTo>
                    <a:pt x="168" y="312"/>
                  </a:lnTo>
                  <a:lnTo>
                    <a:pt x="168" y="319"/>
                  </a:lnTo>
                  <a:lnTo>
                    <a:pt x="142" y="331"/>
                  </a:lnTo>
                  <a:lnTo>
                    <a:pt x="115" y="344"/>
                  </a:lnTo>
                  <a:lnTo>
                    <a:pt x="87" y="357"/>
                  </a:lnTo>
                  <a:lnTo>
                    <a:pt x="62" y="370"/>
                  </a:lnTo>
                  <a:lnTo>
                    <a:pt x="47" y="380"/>
                  </a:lnTo>
                  <a:lnTo>
                    <a:pt x="34" y="388"/>
                  </a:lnTo>
                  <a:lnTo>
                    <a:pt x="19" y="399"/>
                  </a:lnTo>
                  <a:lnTo>
                    <a:pt x="9" y="408"/>
                  </a:lnTo>
                  <a:lnTo>
                    <a:pt x="5" y="413"/>
                  </a:lnTo>
                  <a:lnTo>
                    <a:pt x="3" y="417"/>
                  </a:lnTo>
                  <a:lnTo>
                    <a:pt x="2" y="420"/>
                  </a:lnTo>
                  <a:lnTo>
                    <a:pt x="0" y="424"/>
                  </a:lnTo>
                  <a:lnTo>
                    <a:pt x="0" y="495"/>
                  </a:lnTo>
                  <a:lnTo>
                    <a:pt x="2" y="500"/>
                  </a:lnTo>
                  <a:lnTo>
                    <a:pt x="4" y="504"/>
                  </a:lnTo>
                  <a:lnTo>
                    <a:pt x="8" y="506"/>
                  </a:lnTo>
                  <a:lnTo>
                    <a:pt x="12" y="507"/>
                  </a:lnTo>
                  <a:lnTo>
                    <a:pt x="468" y="507"/>
                  </a:lnTo>
                  <a:lnTo>
                    <a:pt x="473" y="506"/>
                  </a:lnTo>
                  <a:lnTo>
                    <a:pt x="476" y="504"/>
                  </a:lnTo>
                  <a:lnTo>
                    <a:pt x="479" y="500"/>
                  </a:lnTo>
                  <a:lnTo>
                    <a:pt x="480" y="495"/>
                  </a:lnTo>
                  <a:lnTo>
                    <a:pt x="480" y="424"/>
                  </a:lnTo>
                  <a:lnTo>
                    <a:pt x="480" y="420"/>
                  </a:lnTo>
                  <a:lnTo>
                    <a:pt x="477" y="417"/>
                  </a:lnTo>
                  <a:lnTo>
                    <a:pt x="475" y="413"/>
                  </a:lnTo>
                  <a:lnTo>
                    <a:pt x="471" y="408"/>
                  </a:lnTo>
                  <a:lnTo>
                    <a:pt x="462" y="399"/>
                  </a:lnTo>
                  <a:lnTo>
                    <a:pt x="446" y="3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53" name="Group 52" descr="Icon of books. ">
            <a:extLst>
              <a:ext uri="{FF2B5EF4-FFF2-40B4-BE49-F238E27FC236}">
                <a16:creationId xmlns:a16="http://schemas.microsoft.com/office/drawing/2014/main" id="{8567F01D-3435-4405-B8A9-9C2446E042DD}"/>
              </a:ext>
            </a:extLst>
          </p:cNvPr>
          <p:cNvGrpSpPr/>
          <p:nvPr/>
        </p:nvGrpSpPr>
        <p:grpSpPr>
          <a:xfrm>
            <a:off x="5571346" y="2901918"/>
            <a:ext cx="344413" cy="382447"/>
            <a:chOff x="2608263" y="1920875"/>
            <a:chExt cx="258763" cy="287338"/>
          </a:xfrm>
          <a:solidFill>
            <a:schemeClr val="accent4">
              <a:lumMod val="75000"/>
            </a:schemeClr>
          </a:solidFill>
        </p:grpSpPr>
        <p:sp>
          <p:nvSpPr>
            <p:cNvPr id="54" name="Rectangle 705">
              <a:extLst>
                <a:ext uri="{FF2B5EF4-FFF2-40B4-BE49-F238E27FC236}">
                  <a16:creationId xmlns:a16="http://schemas.microsoft.com/office/drawing/2014/main" id="{D0A6A593-47E4-4B49-AA6D-52F8874CB4E1}"/>
                </a:ext>
              </a:extLst>
            </p:cNvPr>
            <p:cNvSpPr>
              <a:spLocks noChangeArrowheads="1"/>
            </p:cNvSpPr>
            <p:nvPr/>
          </p:nvSpPr>
          <p:spPr bwMode="auto">
            <a:xfrm>
              <a:off x="2808288" y="2122488"/>
              <a:ext cx="58738" cy="190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5" name="Freeform 706">
              <a:extLst>
                <a:ext uri="{FF2B5EF4-FFF2-40B4-BE49-F238E27FC236}">
                  <a16:creationId xmlns:a16="http://schemas.microsoft.com/office/drawing/2014/main" id="{B6E4140A-62C5-4AC5-9815-F2E1EC98F9F6}"/>
                </a:ext>
              </a:extLst>
            </p:cNvPr>
            <p:cNvSpPr>
              <a:spLocks/>
            </p:cNvSpPr>
            <p:nvPr/>
          </p:nvSpPr>
          <p:spPr bwMode="auto">
            <a:xfrm>
              <a:off x="2808288" y="1920875"/>
              <a:ext cx="58738" cy="192088"/>
            </a:xfrm>
            <a:custGeom>
              <a:avLst/>
              <a:gdLst>
                <a:gd name="T0" fmla="*/ 163 w 181"/>
                <a:gd name="T1" fmla="*/ 0 h 602"/>
                <a:gd name="T2" fmla="*/ 158 w 181"/>
                <a:gd name="T3" fmla="*/ 3 h 602"/>
                <a:gd name="T4" fmla="*/ 154 w 181"/>
                <a:gd name="T5" fmla="*/ 7 h 602"/>
                <a:gd name="T6" fmla="*/ 151 w 181"/>
                <a:gd name="T7" fmla="*/ 12 h 602"/>
                <a:gd name="T8" fmla="*/ 151 w 181"/>
                <a:gd name="T9" fmla="*/ 211 h 602"/>
                <a:gd name="T10" fmla="*/ 150 w 181"/>
                <a:gd name="T11" fmla="*/ 222 h 602"/>
                <a:gd name="T12" fmla="*/ 146 w 181"/>
                <a:gd name="T13" fmla="*/ 234 h 602"/>
                <a:gd name="T14" fmla="*/ 141 w 181"/>
                <a:gd name="T15" fmla="*/ 245 h 602"/>
                <a:gd name="T16" fmla="*/ 133 w 181"/>
                <a:gd name="T17" fmla="*/ 254 h 602"/>
                <a:gd name="T18" fmla="*/ 125 w 181"/>
                <a:gd name="T19" fmla="*/ 261 h 602"/>
                <a:gd name="T20" fmla="*/ 114 w 181"/>
                <a:gd name="T21" fmla="*/ 266 h 602"/>
                <a:gd name="T22" fmla="*/ 103 w 181"/>
                <a:gd name="T23" fmla="*/ 270 h 602"/>
                <a:gd name="T24" fmla="*/ 91 w 181"/>
                <a:gd name="T25" fmla="*/ 271 h 602"/>
                <a:gd name="T26" fmla="*/ 78 w 181"/>
                <a:gd name="T27" fmla="*/ 270 h 602"/>
                <a:gd name="T28" fmla="*/ 68 w 181"/>
                <a:gd name="T29" fmla="*/ 266 h 602"/>
                <a:gd name="T30" fmla="*/ 57 w 181"/>
                <a:gd name="T31" fmla="*/ 261 h 602"/>
                <a:gd name="T32" fmla="*/ 48 w 181"/>
                <a:gd name="T33" fmla="*/ 254 h 602"/>
                <a:gd name="T34" fmla="*/ 41 w 181"/>
                <a:gd name="T35" fmla="*/ 245 h 602"/>
                <a:gd name="T36" fmla="*/ 36 w 181"/>
                <a:gd name="T37" fmla="*/ 234 h 602"/>
                <a:gd name="T38" fmla="*/ 32 w 181"/>
                <a:gd name="T39" fmla="*/ 224 h 602"/>
                <a:gd name="T40" fmla="*/ 30 w 181"/>
                <a:gd name="T41" fmla="*/ 211 h 602"/>
                <a:gd name="T42" fmla="*/ 30 w 181"/>
                <a:gd name="T43" fmla="*/ 12 h 602"/>
                <a:gd name="T44" fmla="*/ 28 w 181"/>
                <a:gd name="T45" fmla="*/ 7 h 602"/>
                <a:gd name="T46" fmla="*/ 24 w 181"/>
                <a:gd name="T47" fmla="*/ 3 h 602"/>
                <a:gd name="T48" fmla="*/ 18 w 181"/>
                <a:gd name="T49" fmla="*/ 0 h 602"/>
                <a:gd name="T50" fmla="*/ 13 w 181"/>
                <a:gd name="T51" fmla="*/ 0 h 602"/>
                <a:gd name="T52" fmla="*/ 8 w 181"/>
                <a:gd name="T53" fmla="*/ 3 h 602"/>
                <a:gd name="T54" fmla="*/ 3 w 181"/>
                <a:gd name="T55" fmla="*/ 7 h 602"/>
                <a:gd name="T56" fmla="*/ 1 w 181"/>
                <a:gd name="T57" fmla="*/ 12 h 602"/>
                <a:gd name="T58" fmla="*/ 0 w 181"/>
                <a:gd name="T59" fmla="*/ 211 h 602"/>
                <a:gd name="T60" fmla="*/ 181 w 181"/>
                <a:gd name="T61" fmla="*/ 602 h 602"/>
                <a:gd name="T62" fmla="*/ 181 w 181"/>
                <a:gd name="T63" fmla="*/ 15 h 602"/>
                <a:gd name="T64" fmla="*/ 180 w 181"/>
                <a:gd name="T65" fmla="*/ 9 h 602"/>
                <a:gd name="T66" fmla="*/ 177 w 181"/>
                <a:gd name="T67" fmla="*/ 5 h 602"/>
                <a:gd name="T68" fmla="*/ 172 w 181"/>
                <a:gd name="T69" fmla="*/ 2 h 602"/>
                <a:gd name="T70" fmla="*/ 166 w 181"/>
                <a:gd name="T71" fmla="*/ 0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1" h="602">
                  <a:moveTo>
                    <a:pt x="166" y="0"/>
                  </a:moveTo>
                  <a:lnTo>
                    <a:pt x="163" y="0"/>
                  </a:lnTo>
                  <a:lnTo>
                    <a:pt x="160" y="2"/>
                  </a:lnTo>
                  <a:lnTo>
                    <a:pt x="158" y="3"/>
                  </a:lnTo>
                  <a:lnTo>
                    <a:pt x="156" y="5"/>
                  </a:lnTo>
                  <a:lnTo>
                    <a:pt x="154" y="7"/>
                  </a:lnTo>
                  <a:lnTo>
                    <a:pt x="152" y="9"/>
                  </a:lnTo>
                  <a:lnTo>
                    <a:pt x="151" y="12"/>
                  </a:lnTo>
                  <a:lnTo>
                    <a:pt x="151" y="15"/>
                  </a:lnTo>
                  <a:lnTo>
                    <a:pt x="151" y="211"/>
                  </a:lnTo>
                  <a:lnTo>
                    <a:pt x="150" y="217"/>
                  </a:lnTo>
                  <a:lnTo>
                    <a:pt x="150" y="222"/>
                  </a:lnTo>
                  <a:lnTo>
                    <a:pt x="148" y="229"/>
                  </a:lnTo>
                  <a:lnTo>
                    <a:pt x="146" y="234"/>
                  </a:lnTo>
                  <a:lnTo>
                    <a:pt x="144" y="240"/>
                  </a:lnTo>
                  <a:lnTo>
                    <a:pt x="141" y="245"/>
                  </a:lnTo>
                  <a:lnTo>
                    <a:pt x="137" y="249"/>
                  </a:lnTo>
                  <a:lnTo>
                    <a:pt x="133" y="254"/>
                  </a:lnTo>
                  <a:lnTo>
                    <a:pt x="129" y="258"/>
                  </a:lnTo>
                  <a:lnTo>
                    <a:pt x="125" y="261"/>
                  </a:lnTo>
                  <a:lnTo>
                    <a:pt x="119" y="264"/>
                  </a:lnTo>
                  <a:lnTo>
                    <a:pt x="114" y="266"/>
                  </a:lnTo>
                  <a:lnTo>
                    <a:pt x="108" y="269"/>
                  </a:lnTo>
                  <a:lnTo>
                    <a:pt x="103" y="270"/>
                  </a:lnTo>
                  <a:lnTo>
                    <a:pt x="97" y="271"/>
                  </a:lnTo>
                  <a:lnTo>
                    <a:pt x="91" y="271"/>
                  </a:lnTo>
                  <a:lnTo>
                    <a:pt x="85" y="271"/>
                  </a:lnTo>
                  <a:lnTo>
                    <a:pt x="78" y="270"/>
                  </a:lnTo>
                  <a:lnTo>
                    <a:pt x="73" y="269"/>
                  </a:lnTo>
                  <a:lnTo>
                    <a:pt x="68" y="266"/>
                  </a:lnTo>
                  <a:lnTo>
                    <a:pt x="62" y="264"/>
                  </a:lnTo>
                  <a:lnTo>
                    <a:pt x="57" y="261"/>
                  </a:lnTo>
                  <a:lnTo>
                    <a:pt x="53" y="258"/>
                  </a:lnTo>
                  <a:lnTo>
                    <a:pt x="48" y="254"/>
                  </a:lnTo>
                  <a:lnTo>
                    <a:pt x="44" y="249"/>
                  </a:lnTo>
                  <a:lnTo>
                    <a:pt x="41" y="245"/>
                  </a:lnTo>
                  <a:lnTo>
                    <a:pt x="38" y="240"/>
                  </a:lnTo>
                  <a:lnTo>
                    <a:pt x="36" y="234"/>
                  </a:lnTo>
                  <a:lnTo>
                    <a:pt x="33" y="229"/>
                  </a:lnTo>
                  <a:lnTo>
                    <a:pt x="32" y="224"/>
                  </a:lnTo>
                  <a:lnTo>
                    <a:pt x="31" y="217"/>
                  </a:lnTo>
                  <a:lnTo>
                    <a:pt x="30" y="211"/>
                  </a:lnTo>
                  <a:lnTo>
                    <a:pt x="30" y="15"/>
                  </a:lnTo>
                  <a:lnTo>
                    <a:pt x="30" y="12"/>
                  </a:lnTo>
                  <a:lnTo>
                    <a:pt x="29" y="9"/>
                  </a:lnTo>
                  <a:lnTo>
                    <a:pt x="28" y="7"/>
                  </a:lnTo>
                  <a:lnTo>
                    <a:pt x="26" y="5"/>
                  </a:lnTo>
                  <a:lnTo>
                    <a:pt x="24" y="3"/>
                  </a:lnTo>
                  <a:lnTo>
                    <a:pt x="22" y="2"/>
                  </a:lnTo>
                  <a:lnTo>
                    <a:pt x="18" y="0"/>
                  </a:lnTo>
                  <a:lnTo>
                    <a:pt x="15" y="0"/>
                  </a:lnTo>
                  <a:lnTo>
                    <a:pt x="13" y="0"/>
                  </a:lnTo>
                  <a:lnTo>
                    <a:pt x="10" y="2"/>
                  </a:lnTo>
                  <a:lnTo>
                    <a:pt x="8" y="3"/>
                  </a:lnTo>
                  <a:lnTo>
                    <a:pt x="6" y="5"/>
                  </a:lnTo>
                  <a:lnTo>
                    <a:pt x="3" y="7"/>
                  </a:lnTo>
                  <a:lnTo>
                    <a:pt x="1" y="9"/>
                  </a:lnTo>
                  <a:lnTo>
                    <a:pt x="1" y="12"/>
                  </a:lnTo>
                  <a:lnTo>
                    <a:pt x="0" y="15"/>
                  </a:lnTo>
                  <a:lnTo>
                    <a:pt x="0" y="211"/>
                  </a:lnTo>
                  <a:lnTo>
                    <a:pt x="0" y="602"/>
                  </a:lnTo>
                  <a:lnTo>
                    <a:pt x="181" y="602"/>
                  </a:lnTo>
                  <a:lnTo>
                    <a:pt x="181" y="211"/>
                  </a:lnTo>
                  <a:lnTo>
                    <a:pt x="181" y="15"/>
                  </a:lnTo>
                  <a:lnTo>
                    <a:pt x="181" y="12"/>
                  </a:lnTo>
                  <a:lnTo>
                    <a:pt x="180" y="9"/>
                  </a:lnTo>
                  <a:lnTo>
                    <a:pt x="178" y="7"/>
                  </a:lnTo>
                  <a:lnTo>
                    <a:pt x="177" y="5"/>
                  </a:lnTo>
                  <a:lnTo>
                    <a:pt x="175" y="3"/>
                  </a:lnTo>
                  <a:lnTo>
                    <a:pt x="172" y="2"/>
                  </a:lnTo>
                  <a:lnTo>
                    <a:pt x="170" y="0"/>
                  </a:lnTo>
                  <a:lnTo>
                    <a:pt x="16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6" name="Freeform 707">
              <a:extLst>
                <a:ext uri="{FF2B5EF4-FFF2-40B4-BE49-F238E27FC236}">
                  <a16:creationId xmlns:a16="http://schemas.microsoft.com/office/drawing/2014/main" id="{2BB05B54-8B23-444D-95F1-028389DEF5DE}"/>
                </a:ext>
              </a:extLst>
            </p:cNvPr>
            <p:cNvSpPr>
              <a:spLocks/>
            </p:cNvSpPr>
            <p:nvPr/>
          </p:nvSpPr>
          <p:spPr bwMode="auto">
            <a:xfrm>
              <a:off x="2808288" y="2151063"/>
              <a:ext cx="58738" cy="57150"/>
            </a:xfrm>
            <a:custGeom>
              <a:avLst/>
              <a:gdLst>
                <a:gd name="T0" fmla="*/ 0 w 181"/>
                <a:gd name="T1" fmla="*/ 91 h 182"/>
                <a:gd name="T2" fmla="*/ 1 w 181"/>
                <a:gd name="T3" fmla="*/ 100 h 182"/>
                <a:gd name="T4" fmla="*/ 2 w 181"/>
                <a:gd name="T5" fmla="*/ 110 h 182"/>
                <a:gd name="T6" fmla="*/ 4 w 181"/>
                <a:gd name="T7" fmla="*/ 118 h 182"/>
                <a:gd name="T8" fmla="*/ 8 w 181"/>
                <a:gd name="T9" fmla="*/ 126 h 182"/>
                <a:gd name="T10" fmla="*/ 12 w 181"/>
                <a:gd name="T11" fmla="*/ 134 h 182"/>
                <a:gd name="T12" fmla="*/ 16 w 181"/>
                <a:gd name="T13" fmla="*/ 142 h 182"/>
                <a:gd name="T14" fmla="*/ 22 w 181"/>
                <a:gd name="T15" fmla="*/ 148 h 182"/>
                <a:gd name="T16" fmla="*/ 27 w 181"/>
                <a:gd name="T17" fmla="*/ 155 h 182"/>
                <a:gd name="T18" fmla="*/ 33 w 181"/>
                <a:gd name="T19" fmla="*/ 161 h 182"/>
                <a:gd name="T20" fmla="*/ 41 w 181"/>
                <a:gd name="T21" fmla="*/ 165 h 182"/>
                <a:gd name="T22" fmla="*/ 47 w 181"/>
                <a:gd name="T23" fmla="*/ 171 h 182"/>
                <a:gd name="T24" fmla="*/ 56 w 181"/>
                <a:gd name="T25" fmla="*/ 174 h 182"/>
                <a:gd name="T26" fmla="*/ 65 w 181"/>
                <a:gd name="T27" fmla="*/ 177 h 182"/>
                <a:gd name="T28" fmla="*/ 73 w 181"/>
                <a:gd name="T29" fmla="*/ 179 h 182"/>
                <a:gd name="T30" fmla="*/ 82 w 181"/>
                <a:gd name="T31" fmla="*/ 181 h 182"/>
                <a:gd name="T32" fmla="*/ 91 w 181"/>
                <a:gd name="T33" fmla="*/ 182 h 182"/>
                <a:gd name="T34" fmla="*/ 100 w 181"/>
                <a:gd name="T35" fmla="*/ 181 h 182"/>
                <a:gd name="T36" fmla="*/ 110 w 181"/>
                <a:gd name="T37" fmla="*/ 179 h 182"/>
                <a:gd name="T38" fmla="*/ 118 w 181"/>
                <a:gd name="T39" fmla="*/ 177 h 182"/>
                <a:gd name="T40" fmla="*/ 126 w 181"/>
                <a:gd name="T41" fmla="*/ 174 h 182"/>
                <a:gd name="T42" fmla="*/ 134 w 181"/>
                <a:gd name="T43" fmla="*/ 171 h 182"/>
                <a:gd name="T44" fmla="*/ 142 w 181"/>
                <a:gd name="T45" fmla="*/ 165 h 182"/>
                <a:gd name="T46" fmla="*/ 148 w 181"/>
                <a:gd name="T47" fmla="*/ 161 h 182"/>
                <a:gd name="T48" fmla="*/ 155 w 181"/>
                <a:gd name="T49" fmla="*/ 155 h 182"/>
                <a:gd name="T50" fmla="*/ 161 w 181"/>
                <a:gd name="T51" fmla="*/ 148 h 182"/>
                <a:gd name="T52" fmla="*/ 165 w 181"/>
                <a:gd name="T53" fmla="*/ 142 h 182"/>
                <a:gd name="T54" fmla="*/ 171 w 181"/>
                <a:gd name="T55" fmla="*/ 134 h 182"/>
                <a:gd name="T56" fmla="*/ 174 w 181"/>
                <a:gd name="T57" fmla="*/ 126 h 182"/>
                <a:gd name="T58" fmla="*/ 177 w 181"/>
                <a:gd name="T59" fmla="*/ 118 h 182"/>
                <a:gd name="T60" fmla="*/ 179 w 181"/>
                <a:gd name="T61" fmla="*/ 110 h 182"/>
                <a:gd name="T62" fmla="*/ 180 w 181"/>
                <a:gd name="T63" fmla="*/ 100 h 182"/>
                <a:gd name="T64" fmla="*/ 181 w 181"/>
                <a:gd name="T65" fmla="*/ 91 h 182"/>
                <a:gd name="T66" fmla="*/ 181 w 181"/>
                <a:gd name="T67" fmla="*/ 0 h 182"/>
                <a:gd name="T68" fmla="*/ 0 w 181"/>
                <a:gd name="T69" fmla="*/ 0 h 182"/>
                <a:gd name="T70" fmla="*/ 0 w 181"/>
                <a:gd name="T71" fmla="*/ 91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1" h="182">
                  <a:moveTo>
                    <a:pt x="0" y="91"/>
                  </a:moveTo>
                  <a:lnTo>
                    <a:pt x="1" y="100"/>
                  </a:lnTo>
                  <a:lnTo>
                    <a:pt x="2" y="110"/>
                  </a:lnTo>
                  <a:lnTo>
                    <a:pt x="4" y="118"/>
                  </a:lnTo>
                  <a:lnTo>
                    <a:pt x="8" y="126"/>
                  </a:lnTo>
                  <a:lnTo>
                    <a:pt x="12" y="134"/>
                  </a:lnTo>
                  <a:lnTo>
                    <a:pt x="16" y="142"/>
                  </a:lnTo>
                  <a:lnTo>
                    <a:pt x="22" y="148"/>
                  </a:lnTo>
                  <a:lnTo>
                    <a:pt x="27" y="155"/>
                  </a:lnTo>
                  <a:lnTo>
                    <a:pt x="33" y="161"/>
                  </a:lnTo>
                  <a:lnTo>
                    <a:pt x="41" y="165"/>
                  </a:lnTo>
                  <a:lnTo>
                    <a:pt x="47" y="171"/>
                  </a:lnTo>
                  <a:lnTo>
                    <a:pt x="56" y="174"/>
                  </a:lnTo>
                  <a:lnTo>
                    <a:pt x="65" y="177"/>
                  </a:lnTo>
                  <a:lnTo>
                    <a:pt x="73" y="179"/>
                  </a:lnTo>
                  <a:lnTo>
                    <a:pt x="82" y="181"/>
                  </a:lnTo>
                  <a:lnTo>
                    <a:pt x="91" y="182"/>
                  </a:lnTo>
                  <a:lnTo>
                    <a:pt x="100" y="181"/>
                  </a:lnTo>
                  <a:lnTo>
                    <a:pt x="110" y="179"/>
                  </a:lnTo>
                  <a:lnTo>
                    <a:pt x="118" y="177"/>
                  </a:lnTo>
                  <a:lnTo>
                    <a:pt x="126" y="174"/>
                  </a:lnTo>
                  <a:lnTo>
                    <a:pt x="134" y="171"/>
                  </a:lnTo>
                  <a:lnTo>
                    <a:pt x="142" y="165"/>
                  </a:lnTo>
                  <a:lnTo>
                    <a:pt x="148" y="161"/>
                  </a:lnTo>
                  <a:lnTo>
                    <a:pt x="155" y="155"/>
                  </a:lnTo>
                  <a:lnTo>
                    <a:pt x="161" y="148"/>
                  </a:lnTo>
                  <a:lnTo>
                    <a:pt x="165" y="142"/>
                  </a:lnTo>
                  <a:lnTo>
                    <a:pt x="171" y="134"/>
                  </a:lnTo>
                  <a:lnTo>
                    <a:pt x="174" y="126"/>
                  </a:lnTo>
                  <a:lnTo>
                    <a:pt x="177" y="118"/>
                  </a:lnTo>
                  <a:lnTo>
                    <a:pt x="179" y="110"/>
                  </a:lnTo>
                  <a:lnTo>
                    <a:pt x="180" y="100"/>
                  </a:lnTo>
                  <a:lnTo>
                    <a:pt x="181" y="91"/>
                  </a:lnTo>
                  <a:lnTo>
                    <a:pt x="181" y="0"/>
                  </a:lnTo>
                  <a:lnTo>
                    <a:pt x="0" y="0"/>
                  </a:lnTo>
                  <a:lnTo>
                    <a:pt x="0"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7" name="Freeform 708">
              <a:extLst>
                <a:ext uri="{FF2B5EF4-FFF2-40B4-BE49-F238E27FC236}">
                  <a16:creationId xmlns:a16="http://schemas.microsoft.com/office/drawing/2014/main" id="{FCD192F6-CF13-4B1C-AF7D-85317A2D8C92}"/>
                </a:ext>
              </a:extLst>
            </p:cNvPr>
            <p:cNvSpPr>
              <a:spLocks/>
            </p:cNvSpPr>
            <p:nvPr/>
          </p:nvSpPr>
          <p:spPr bwMode="auto">
            <a:xfrm>
              <a:off x="2833688" y="1930400"/>
              <a:ext cx="9525" cy="57150"/>
            </a:xfrm>
            <a:custGeom>
              <a:avLst/>
              <a:gdLst>
                <a:gd name="T0" fmla="*/ 15 w 30"/>
                <a:gd name="T1" fmla="*/ 181 h 181"/>
                <a:gd name="T2" fmla="*/ 17 w 30"/>
                <a:gd name="T3" fmla="*/ 181 h 181"/>
                <a:gd name="T4" fmla="*/ 21 w 30"/>
                <a:gd name="T5" fmla="*/ 180 h 181"/>
                <a:gd name="T6" fmla="*/ 23 w 30"/>
                <a:gd name="T7" fmla="*/ 179 h 181"/>
                <a:gd name="T8" fmla="*/ 26 w 30"/>
                <a:gd name="T9" fmla="*/ 176 h 181"/>
                <a:gd name="T10" fmla="*/ 27 w 30"/>
                <a:gd name="T11" fmla="*/ 174 h 181"/>
                <a:gd name="T12" fmla="*/ 29 w 30"/>
                <a:gd name="T13" fmla="*/ 172 h 181"/>
                <a:gd name="T14" fmla="*/ 29 w 30"/>
                <a:gd name="T15" fmla="*/ 169 h 181"/>
                <a:gd name="T16" fmla="*/ 30 w 30"/>
                <a:gd name="T17" fmla="*/ 166 h 181"/>
                <a:gd name="T18" fmla="*/ 30 w 30"/>
                <a:gd name="T19" fmla="*/ 16 h 181"/>
                <a:gd name="T20" fmla="*/ 29 w 30"/>
                <a:gd name="T21" fmla="*/ 12 h 181"/>
                <a:gd name="T22" fmla="*/ 29 w 30"/>
                <a:gd name="T23" fmla="*/ 9 h 181"/>
                <a:gd name="T24" fmla="*/ 27 w 30"/>
                <a:gd name="T25" fmla="*/ 7 h 181"/>
                <a:gd name="T26" fmla="*/ 26 w 30"/>
                <a:gd name="T27" fmla="*/ 5 h 181"/>
                <a:gd name="T28" fmla="*/ 23 w 30"/>
                <a:gd name="T29" fmla="*/ 3 h 181"/>
                <a:gd name="T30" fmla="*/ 21 w 30"/>
                <a:gd name="T31" fmla="*/ 2 h 181"/>
                <a:gd name="T32" fmla="*/ 17 w 30"/>
                <a:gd name="T33" fmla="*/ 0 h 181"/>
                <a:gd name="T34" fmla="*/ 15 w 30"/>
                <a:gd name="T35" fmla="*/ 0 h 181"/>
                <a:gd name="T36" fmla="*/ 12 w 30"/>
                <a:gd name="T37" fmla="*/ 0 h 181"/>
                <a:gd name="T38" fmla="*/ 9 w 30"/>
                <a:gd name="T39" fmla="*/ 2 h 181"/>
                <a:gd name="T40" fmla="*/ 7 w 30"/>
                <a:gd name="T41" fmla="*/ 3 h 181"/>
                <a:gd name="T42" fmla="*/ 5 w 30"/>
                <a:gd name="T43" fmla="*/ 5 h 181"/>
                <a:gd name="T44" fmla="*/ 2 w 30"/>
                <a:gd name="T45" fmla="*/ 7 h 181"/>
                <a:gd name="T46" fmla="*/ 1 w 30"/>
                <a:gd name="T47" fmla="*/ 9 h 181"/>
                <a:gd name="T48" fmla="*/ 0 w 30"/>
                <a:gd name="T49" fmla="*/ 12 h 181"/>
                <a:gd name="T50" fmla="*/ 0 w 30"/>
                <a:gd name="T51" fmla="*/ 16 h 181"/>
                <a:gd name="T52" fmla="*/ 0 w 30"/>
                <a:gd name="T53" fmla="*/ 166 h 181"/>
                <a:gd name="T54" fmla="*/ 0 w 30"/>
                <a:gd name="T55" fmla="*/ 169 h 181"/>
                <a:gd name="T56" fmla="*/ 1 w 30"/>
                <a:gd name="T57" fmla="*/ 172 h 181"/>
                <a:gd name="T58" fmla="*/ 2 w 30"/>
                <a:gd name="T59" fmla="*/ 174 h 181"/>
                <a:gd name="T60" fmla="*/ 5 w 30"/>
                <a:gd name="T61" fmla="*/ 176 h 181"/>
                <a:gd name="T62" fmla="*/ 7 w 30"/>
                <a:gd name="T63" fmla="*/ 179 h 181"/>
                <a:gd name="T64" fmla="*/ 9 w 30"/>
                <a:gd name="T65" fmla="*/ 180 h 181"/>
                <a:gd name="T66" fmla="*/ 12 w 30"/>
                <a:gd name="T67" fmla="*/ 181 h 181"/>
                <a:gd name="T68" fmla="*/ 15 w 30"/>
                <a:gd name="T69" fmla="*/ 181 h 181"/>
                <a:gd name="T70" fmla="*/ 15 w 30"/>
                <a:gd name="T71" fmla="*/ 181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 h="181">
                  <a:moveTo>
                    <a:pt x="15" y="181"/>
                  </a:moveTo>
                  <a:lnTo>
                    <a:pt x="17" y="181"/>
                  </a:lnTo>
                  <a:lnTo>
                    <a:pt x="21" y="180"/>
                  </a:lnTo>
                  <a:lnTo>
                    <a:pt x="23" y="179"/>
                  </a:lnTo>
                  <a:lnTo>
                    <a:pt x="26" y="176"/>
                  </a:lnTo>
                  <a:lnTo>
                    <a:pt x="27" y="174"/>
                  </a:lnTo>
                  <a:lnTo>
                    <a:pt x="29" y="172"/>
                  </a:lnTo>
                  <a:lnTo>
                    <a:pt x="29" y="169"/>
                  </a:lnTo>
                  <a:lnTo>
                    <a:pt x="30" y="166"/>
                  </a:lnTo>
                  <a:lnTo>
                    <a:pt x="30" y="16"/>
                  </a:lnTo>
                  <a:lnTo>
                    <a:pt x="29" y="12"/>
                  </a:lnTo>
                  <a:lnTo>
                    <a:pt x="29" y="9"/>
                  </a:lnTo>
                  <a:lnTo>
                    <a:pt x="27" y="7"/>
                  </a:lnTo>
                  <a:lnTo>
                    <a:pt x="26" y="5"/>
                  </a:lnTo>
                  <a:lnTo>
                    <a:pt x="23" y="3"/>
                  </a:lnTo>
                  <a:lnTo>
                    <a:pt x="21" y="2"/>
                  </a:lnTo>
                  <a:lnTo>
                    <a:pt x="17" y="0"/>
                  </a:lnTo>
                  <a:lnTo>
                    <a:pt x="15" y="0"/>
                  </a:lnTo>
                  <a:lnTo>
                    <a:pt x="12" y="0"/>
                  </a:lnTo>
                  <a:lnTo>
                    <a:pt x="9" y="2"/>
                  </a:lnTo>
                  <a:lnTo>
                    <a:pt x="7" y="3"/>
                  </a:lnTo>
                  <a:lnTo>
                    <a:pt x="5" y="5"/>
                  </a:lnTo>
                  <a:lnTo>
                    <a:pt x="2" y="7"/>
                  </a:lnTo>
                  <a:lnTo>
                    <a:pt x="1" y="9"/>
                  </a:lnTo>
                  <a:lnTo>
                    <a:pt x="0" y="12"/>
                  </a:lnTo>
                  <a:lnTo>
                    <a:pt x="0" y="16"/>
                  </a:lnTo>
                  <a:lnTo>
                    <a:pt x="0" y="166"/>
                  </a:lnTo>
                  <a:lnTo>
                    <a:pt x="0" y="169"/>
                  </a:lnTo>
                  <a:lnTo>
                    <a:pt x="1" y="172"/>
                  </a:lnTo>
                  <a:lnTo>
                    <a:pt x="2" y="174"/>
                  </a:lnTo>
                  <a:lnTo>
                    <a:pt x="5" y="176"/>
                  </a:lnTo>
                  <a:lnTo>
                    <a:pt x="7" y="179"/>
                  </a:lnTo>
                  <a:lnTo>
                    <a:pt x="9" y="180"/>
                  </a:lnTo>
                  <a:lnTo>
                    <a:pt x="12" y="181"/>
                  </a:lnTo>
                  <a:lnTo>
                    <a:pt x="15" y="181"/>
                  </a:lnTo>
                  <a:lnTo>
                    <a:pt x="15"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8" name="Freeform 709">
              <a:extLst>
                <a:ext uri="{FF2B5EF4-FFF2-40B4-BE49-F238E27FC236}">
                  <a16:creationId xmlns:a16="http://schemas.microsoft.com/office/drawing/2014/main" id="{01062624-ADFC-42E8-A6C7-0C7AF44AC72F}"/>
                </a:ext>
              </a:extLst>
            </p:cNvPr>
            <p:cNvSpPr>
              <a:spLocks/>
            </p:cNvSpPr>
            <p:nvPr/>
          </p:nvSpPr>
          <p:spPr bwMode="auto">
            <a:xfrm>
              <a:off x="2741613" y="1920875"/>
              <a:ext cx="57150" cy="192088"/>
            </a:xfrm>
            <a:custGeom>
              <a:avLst/>
              <a:gdLst>
                <a:gd name="T0" fmla="*/ 162 w 180"/>
                <a:gd name="T1" fmla="*/ 0 h 602"/>
                <a:gd name="T2" fmla="*/ 157 w 180"/>
                <a:gd name="T3" fmla="*/ 3 h 602"/>
                <a:gd name="T4" fmla="*/ 153 w 180"/>
                <a:gd name="T5" fmla="*/ 7 h 602"/>
                <a:gd name="T6" fmla="*/ 151 w 180"/>
                <a:gd name="T7" fmla="*/ 12 h 602"/>
                <a:gd name="T8" fmla="*/ 150 w 180"/>
                <a:gd name="T9" fmla="*/ 211 h 602"/>
                <a:gd name="T10" fmla="*/ 149 w 180"/>
                <a:gd name="T11" fmla="*/ 222 h 602"/>
                <a:gd name="T12" fmla="*/ 146 w 180"/>
                <a:gd name="T13" fmla="*/ 234 h 602"/>
                <a:gd name="T14" fmla="*/ 140 w 180"/>
                <a:gd name="T15" fmla="*/ 245 h 602"/>
                <a:gd name="T16" fmla="*/ 133 w 180"/>
                <a:gd name="T17" fmla="*/ 254 h 602"/>
                <a:gd name="T18" fmla="*/ 123 w 180"/>
                <a:gd name="T19" fmla="*/ 261 h 602"/>
                <a:gd name="T20" fmla="*/ 114 w 180"/>
                <a:gd name="T21" fmla="*/ 266 h 602"/>
                <a:gd name="T22" fmla="*/ 102 w 180"/>
                <a:gd name="T23" fmla="*/ 270 h 602"/>
                <a:gd name="T24" fmla="*/ 90 w 180"/>
                <a:gd name="T25" fmla="*/ 271 h 602"/>
                <a:gd name="T26" fmla="*/ 78 w 180"/>
                <a:gd name="T27" fmla="*/ 270 h 602"/>
                <a:gd name="T28" fmla="*/ 66 w 180"/>
                <a:gd name="T29" fmla="*/ 266 h 602"/>
                <a:gd name="T30" fmla="*/ 57 w 180"/>
                <a:gd name="T31" fmla="*/ 261 h 602"/>
                <a:gd name="T32" fmla="*/ 47 w 180"/>
                <a:gd name="T33" fmla="*/ 254 h 602"/>
                <a:gd name="T34" fmla="*/ 41 w 180"/>
                <a:gd name="T35" fmla="*/ 245 h 602"/>
                <a:gd name="T36" fmla="*/ 34 w 180"/>
                <a:gd name="T37" fmla="*/ 234 h 602"/>
                <a:gd name="T38" fmla="*/ 31 w 180"/>
                <a:gd name="T39" fmla="*/ 224 h 602"/>
                <a:gd name="T40" fmla="*/ 30 w 180"/>
                <a:gd name="T41" fmla="*/ 211 h 602"/>
                <a:gd name="T42" fmla="*/ 30 w 180"/>
                <a:gd name="T43" fmla="*/ 12 h 602"/>
                <a:gd name="T44" fmla="*/ 28 w 180"/>
                <a:gd name="T45" fmla="*/ 7 h 602"/>
                <a:gd name="T46" fmla="*/ 24 w 180"/>
                <a:gd name="T47" fmla="*/ 3 h 602"/>
                <a:gd name="T48" fmla="*/ 18 w 180"/>
                <a:gd name="T49" fmla="*/ 0 h 602"/>
                <a:gd name="T50" fmla="*/ 12 w 180"/>
                <a:gd name="T51" fmla="*/ 0 h 602"/>
                <a:gd name="T52" fmla="*/ 6 w 180"/>
                <a:gd name="T53" fmla="*/ 3 h 602"/>
                <a:gd name="T54" fmla="*/ 2 w 180"/>
                <a:gd name="T55" fmla="*/ 7 h 602"/>
                <a:gd name="T56" fmla="*/ 0 w 180"/>
                <a:gd name="T57" fmla="*/ 12 h 602"/>
                <a:gd name="T58" fmla="*/ 0 w 180"/>
                <a:gd name="T59" fmla="*/ 211 h 602"/>
                <a:gd name="T60" fmla="*/ 180 w 180"/>
                <a:gd name="T61" fmla="*/ 602 h 602"/>
                <a:gd name="T62" fmla="*/ 180 w 180"/>
                <a:gd name="T63" fmla="*/ 15 h 602"/>
                <a:gd name="T64" fmla="*/ 179 w 180"/>
                <a:gd name="T65" fmla="*/ 9 h 602"/>
                <a:gd name="T66" fmla="*/ 176 w 180"/>
                <a:gd name="T67" fmla="*/ 5 h 602"/>
                <a:gd name="T68" fmla="*/ 172 w 180"/>
                <a:gd name="T69" fmla="*/ 2 h 602"/>
                <a:gd name="T70" fmla="*/ 165 w 180"/>
                <a:gd name="T71" fmla="*/ 0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0" h="602">
                  <a:moveTo>
                    <a:pt x="165" y="0"/>
                  </a:moveTo>
                  <a:lnTo>
                    <a:pt x="162" y="0"/>
                  </a:lnTo>
                  <a:lnTo>
                    <a:pt x="160" y="2"/>
                  </a:lnTo>
                  <a:lnTo>
                    <a:pt x="157" y="3"/>
                  </a:lnTo>
                  <a:lnTo>
                    <a:pt x="154" y="5"/>
                  </a:lnTo>
                  <a:lnTo>
                    <a:pt x="153" y="7"/>
                  </a:lnTo>
                  <a:lnTo>
                    <a:pt x="151" y="9"/>
                  </a:lnTo>
                  <a:lnTo>
                    <a:pt x="151" y="12"/>
                  </a:lnTo>
                  <a:lnTo>
                    <a:pt x="150" y="15"/>
                  </a:lnTo>
                  <a:lnTo>
                    <a:pt x="150" y="211"/>
                  </a:lnTo>
                  <a:lnTo>
                    <a:pt x="150" y="217"/>
                  </a:lnTo>
                  <a:lnTo>
                    <a:pt x="149" y="222"/>
                  </a:lnTo>
                  <a:lnTo>
                    <a:pt x="148" y="229"/>
                  </a:lnTo>
                  <a:lnTo>
                    <a:pt x="146" y="234"/>
                  </a:lnTo>
                  <a:lnTo>
                    <a:pt x="143" y="240"/>
                  </a:lnTo>
                  <a:lnTo>
                    <a:pt x="140" y="245"/>
                  </a:lnTo>
                  <a:lnTo>
                    <a:pt x="136" y="249"/>
                  </a:lnTo>
                  <a:lnTo>
                    <a:pt x="133" y="254"/>
                  </a:lnTo>
                  <a:lnTo>
                    <a:pt x="129" y="258"/>
                  </a:lnTo>
                  <a:lnTo>
                    <a:pt x="123" y="261"/>
                  </a:lnTo>
                  <a:lnTo>
                    <a:pt x="119" y="264"/>
                  </a:lnTo>
                  <a:lnTo>
                    <a:pt x="114" y="266"/>
                  </a:lnTo>
                  <a:lnTo>
                    <a:pt x="108" y="269"/>
                  </a:lnTo>
                  <a:lnTo>
                    <a:pt x="102" y="270"/>
                  </a:lnTo>
                  <a:lnTo>
                    <a:pt x="96" y="271"/>
                  </a:lnTo>
                  <a:lnTo>
                    <a:pt x="90" y="271"/>
                  </a:lnTo>
                  <a:lnTo>
                    <a:pt x="84" y="271"/>
                  </a:lnTo>
                  <a:lnTo>
                    <a:pt x="78" y="270"/>
                  </a:lnTo>
                  <a:lnTo>
                    <a:pt x="72" y="269"/>
                  </a:lnTo>
                  <a:lnTo>
                    <a:pt x="66" y="266"/>
                  </a:lnTo>
                  <a:lnTo>
                    <a:pt x="61" y="264"/>
                  </a:lnTo>
                  <a:lnTo>
                    <a:pt x="57" y="261"/>
                  </a:lnTo>
                  <a:lnTo>
                    <a:pt x="51" y="258"/>
                  </a:lnTo>
                  <a:lnTo>
                    <a:pt x="47" y="254"/>
                  </a:lnTo>
                  <a:lnTo>
                    <a:pt x="44" y="249"/>
                  </a:lnTo>
                  <a:lnTo>
                    <a:pt x="41" y="245"/>
                  </a:lnTo>
                  <a:lnTo>
                    <a:pt x="37" y="240"/>
                  </a:lnTo>
                  <a:lnTo>
                    <a:pt x="34" y="234"/>
                  </a:lnTo>
                  <a:lnTo>
                    <a:pt x="32" y="229"/>
                  </a:lnTo>
                  <a:lnTo>
                    <a:pt x="31" y="224"/>
                  </a:lnTo>
                  <a:lnTo>
                    <a:pt x="30" y="217"/>
                  </a:lnTo>
                  <a:lnTo>
                    <a:pt x="30" y="211"/>
                  </a:lnTo>
                  <a:lnTo>
                    <a:pt x="30" y="15"/>
                  </a:lnTo>
                  <a:lnTo>
                    <a:pt x="30" y="12"/>
                  </a:lnTo>
                  <a:lnTo>
                    <a:pt x="29" y="9"/>
                  </a:lnTo>
                  <a:lnTo>
                    <a:pt x="28" y="7"/>
                  </a:lnTo>
                  <a:lnTo>
                    <a:pt x="26" y="5"/>
                  </a:lnTo>
                  <a:lnTo>
                    <a:pt x="24" y="3"/>
                  </a:lnTo>
                  <a:lnTo>
                    <a:pt x="20" y="2"/>
                  </a:lnTo>
                  <a:lnTo>
                    <a:pt x="18" y="0"/>
                  </a:lnTo>
                  <a:lnTo>
                    <a:pt x="15" y="0"/>
                  </a:lnTo>
                  <a:lnTo>
                    <a:pt x="12" y="0"/>
                  </a:lnTo>
                  <a:lnTo>
                    <a:pt x="9" y="2"/>
                  </a:lnTo>
                  <a:lnTo>
                    <a:pt x="6" y="3"/>
                  </a:lnTo>
                  <a:lnTo>
                    <a:pt x="4" y="5"/>
                  </a:lnTo>
                  <a:lnTo>
                    <a:pt x="2" y="7"/>
                  </a:lnTo>
                  <a:lnTo>
                    <a:pt x="1" y="9"/>
                  </a:lnTo>
                  <a:lnTo>
                    <a:pt x="0" y="12"/>
                  </a:lnTo>
                  <a:lnTo>
                    <a:pt x="0" y="15"/>
                  </a:lnTo>
                  <a:lnTo>
                    <a:pt x="0" y="211"/>
                  </a:lnTo>
                  <a:lnTo>
                    <a:pt x="0" y="602"/>
                  </a:lnTo>
                  <a:lnTo>
                    <a:pt x="180" y="602"/>
                  </a:lnTo>
                  <a:lnTo>
                    <a:pt x="180" y="211"/>
                  </a:lnTo>
                  <a:lnTo>
                    <a:pt x="180" y="15"/>
                  </a:lnTo>
                  <a:lnTo>
                    <a:pt x="180" y="12"/>
                  </a:lnTo>
                  <a:lnTo>
                    <a:pt x="179" y="9"/>
                  </a:lnTo>
                  <a:lnTo>
                    <a:pt x="178" y="7"/>
                  </a:lnTo>
                  <a:lnTo>
                    <a:pt x="176" y="5"/>
                  </a:lnTo>
                  <a:lnTo>
                    <a:pt x="174" y="3"/>
                  </a:lnTo>
                  <a:lnTo>
                    <a:pt x="172" y="2"/>
                  </a:lnTo>
                  <a:lnTo>
                    <a:pt x="168" y="0"/>
                  </a:lnTo>
                  <a:lnTo>
                    <a:pt x="1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9" name="Freeform 710">
              <a:extLst>
                <a:ext uri="{FF2B5EF4-FFF2-40B4-BE49-F238E27FC236}">
                  <a16:creationId xmlns:a16="http://schemas.microsoft.com/office/drawing/2014/main" id="{8AA6F9D2-5C11-4285-A4B0-23EFFF22BC80}"/>
                </a:ext>
              </a:extLst>
            </p:cNvPr>
            <p:cNvSpPr>
              <a:spLocks/>
            </p:cNvSpPr>
            <p:nvPr/>
          </p:nvSpPr>
          <p:spPr bwMode="auto">
            <a:xfrm>
              <a:off x="2741613" y="2151063"/>
              <a:ext cx="57150" cy="57150"/>
            </a:xfrm>
            <a:custGeom>
              <a:avLst/>
              <a:gdLst>
                <a:gd name="T0" fmla="*/ 0 w 180"/>
                <a:gd name="T1" fmla="*/ 91 h 182"/>
                <a:gd name="T2" fmla="*/ 0 w 180"/>
                <a:gd name="T3" fmla="*/ 100 h 182"/>
                <a:gd name="T4" fmla="*/ 2 w 180"/>
                <a:gd name="T5" fmla="*/ 110 h 182"/>
                <a:gd name="T6" fmla="*/ 4 w 180"/>
                <a:gd name="T7" fmla="*/ 118 h 182"/>
                <a:gd name="T8" fmla="*/ 7 w 180"/>
                <a:gd name="T9" fmla="*/ 126 h 182"/>
                <a:gd name="T10" fmla="*/ 11 w 180"/>
                <a:gd name="T11" fmla="*/ 134 h 182"/>
                <a:gd name="T12" fmla="*/ 15 w 180"/>
                <a:gd name="T13" fmla="*/ 142 h 182"/>
                <a:gd name="T14" fmla="*/ 20 w 180"/>
                <a:gd name="T15" fmla="*/ 148 h 182"/>
                <a:gd name="T16" fmla="*/ 27 w 180"/>
                <a:gd name="T17" fmla="*/ 155 h 182"/>
                <a:gd name="T18" fmla="*/ 33 w 180"/>
                <a:gd name="T19" fmla="*/ 161 h 182"/>
                <a:gd name="T20" fmla="*/ 40 w 180"/>
                <a:gd name="T21" fmla="*/ 165 h 182"/>
                <a:gd name="T22" fmla="*/ 47 w 180"/>
                <a:gd name="T23" fmla="*/ 171 h 182"/>
                <a:gd name="T24" fmla="*/ 55 w 180"/>
                <a:gd name="T25" fmla="*/ 174 h 182"/>
                <a:gd name="T26" fmla="*/ 63 w 180"/>
                <a:gd name="T27" fmla="*/ 177 h 182"/>
                <a:gd name="T28" fmla="*/ 72 w 180"/>
                <a:gd name="T29" fmla="*/ 179 h 182"/>
                <a:gd name="T30" fmla="*/ 80 w 180"/>
                <a:gd name="T31" fmla="*/ 181 h 182"/>
                <a:gd name="T32" fmla="*/ 90 w 180"/>
                <a:gd name="T33" fmla="*/ 182 h 182"/>
                <a:gd name="T34" fmla="*/ 100 w 180"/>
                <a:gd name="T35" fmla="*/ 181 h 182"/>
                <a:gd name="T36" fmla="*/ 108 w 180"/>
                <a:gd name="T37" fmla="*/ 179 h 182"/>
                <a:gd name="T38" fmla="*/ 117 w 180"/>
                <a:gd name="T39" fmla="*/ 177 h 182"/>
                <a:gd name="T40" fmla="*/ 125 w 180"/>
                <a:gd name="T41" fmla="*/ 174 h 182"/>
                <a:gd name="T42" fmla="*/ 133 w 180"/>
                <a:gd name="T43" fmla="*/ 171 h 182"/>
                <a:gd name="T44" fmla="*/ 140 w 180"/>
                <a:gd name="T45" fmla="*/ 165 h 182"/>
                <a:gd name="T46" fmla="*/ 148 w 180"/>
                <a:gd name="T47" fmla="*/ 161 h 182"/>
                <a:gd name="T48" fmla="*/ 154 w 180"/>
                <a:gd name="T49" fmla="*/ 155 h 182"/>
                <a:gd name="T50" fmla="*/ 160 w 180"/>
                <a:gd name="T51" fmla="*/ 148 h 182"/>
                <a:gd name="T52" fmla="*/ 165 w 180"/>
                <a:gd name="T53" fmla="*/ 142 h 182"/>
                <a:gd name="T54" fmla="*/ 169 w 180"/>
                <a:gd name="T55" fmla="*/ 134 h 182"/>
                <a:gd name="T56" fmla="*/ 174 w 180"/>
                <a:gd name="T57" fmla="*/ 126 h 182"/>
                <a:gd name="T58" fmla="*/ 177 w 180"/>
                <a:gd name="T59" fmla="*/ 118 h 182"/>
                <a:gd name="T60" fmla="*/ 179 w 180"/>
                <a:gd name="T61" fmla="*/ 110 h 182"/>
                <a:gd name="T62" fmla="*/ 180 w 180"/>
                <a:gd name="T63" fmla="*/ 100 h 182"/>
                <a:gd name="T64" fmla="*/ 180 w 180"/>
                <a:gd name="T65" fmla="*/ 91 h 182"/>
                <a:gd name="T66" fmla="*/ 180 w 180"/>
                <a:gd name="T67" fmla="*/ 0 h 182"/>
                <a:gd name="T68" fmla="*/ 0 w 180"/>
                <a:gd name="T69" fmla="*/ 0 h 182"/>
                <a:gd name="T70" fmla="*/ 0 w 180"/>
                <a:gd name="T71" fmla="*/ 91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0" h="182">
                  <a:moveTo>
                    <a:pt x="0" y="91"/>
                  </a:moveTo>
                  <a:lnTo>
                    <a:pt x="0" y="100"/>
                  </a:lnTo>
                  <a:lnTo>
                    <a:pt x="2" y="110"/>
                  </a:lnTo>
                  <a:lnTo>
                    <a:pt x="4" y="118"/>
                  </a:lnTo>
                  <a:lnTo>
                    <a:pt x="7" y="126"/>
                  </a:lnTo>
                  <a:lnTo>
                    <a:pt x="11" y="134"/>
                  </a:lnTo>
                  <a:lnTo>
                    <a:pt x="15" y="142"/>
                  </a:lnTo>
                  <a:lnTo>
                    <a:pt x="20" y="148"/>
                  </a:lnTo>
                  <a:lnTo>
                    <a:pt x="27" y="155"/>
                  </a:lnTo>
                  <a:lnTo>
                    <a:pt x="33" y="161"/>
                  </a:lnTo>
                  <a:lnTo>
                    <a:pt x="40" y="165"/>
                  </a:lnTo>
                  <a:lnTo>
                    <a:pt x="47" y="171"/>
                  </a:lnTo>
                  <a:lnTo>
                    <a:pt x="55" y="174"/>
                  </a:lnTo>
                  <a:lnTo>
                    <a:pt x="63" y="177"/>
                  </a:lnTo>
                  <a:lnTo>
                    <a:pt x="72" y="179"/>
                  </a:lnTo>
                  <a:lnTo>
                    <a:pt x="80" y="181"/>
                  </a:lnTo>
                  <a:lnTo>
                    <a:pt x="90" y="182"/>
                  </a:lnTo>
                  <a:lnTo>
                    <a:pt x="100" y="181"/>
                  </a:lnTo>
                  <a:lnTo>
                    <a:pt x="108" y="179"/>
                  </a:lnTo>
                  <a:lnTo>
                    <a:pt x="117" y="177"/>
                  </a:lnTo>
                  <a:lnTo>
                    <a:pt x="125" y="174"/>
                  </a:lnTo>
                  <a:lnTo>
                    <a:pt x="133" y="171"/>
                  </a:lnTo>
                  <a:lnTo>
                    <a:pt x="140" y="165"/>
                  </a:lnTo>
                  <a:lnTo>
                    <a:pt x="148" y="161"/>
                  </a:lnTo>
                  <a:lnTo>
                    <a:pt x="154" y="155"/>
                  </a:lnTo>
                  <a:lnTo>
                    <a:pt x="160" y="148"/>
                  </a:lnTo>
                  <a:lnTo>
                    <a:pt x="165" y="142"/>
                  </a:lnTo>
                  <a:lnTo>
                    <a:pt x="169" y="134"/>
                  </a:lnTo>
                  <a:lnTo>
                    <a:pt x="174" y="126"/>
                  </a:lnTo>
                  <a:lnTo>
                    <a:pt x="177" y="118"/>
                  </a:lnTo>
                  <a:lnTo>
                    <a:pt x="179" y="110"/>
                  </a:lnTo>
                  <a:lnTo>
                    <a:pt x="180" y="100"/>
                  </a:lnTo>
                  <a:lnTo>
                    <a:pt x="180" y="91"/>
                  </a:lnTo>
                  <a:lnTo>
                    <a:pt x="180" y="0"/>
                  </a:lnTo>
                  <a:lnTo>
                    <a:pt x="0" y="0"/>
                  </a:lnTo>
                  <a:lnTo>
                    <a:pt x="0"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Rectangle 711">
              <a:extLst>
                <a:ext uri="{FF2B5EF4-FFF2-40B4-BE49-F238E27FC236}">
                  <a16:creationId xmlns:a16="http://schemas.microsoft.com/office/drawing/2014/main" id="{972C0779-96D7-4A7C-B110-5886B8B5DF43}"/>
                </a:ext>
              </a:extLst>
            </p:cNvPr>
            <p:cNvSpPr>
              <a:spLocks noChangeArrowheads="1"/>
            </p:cNvSpPr>
            <p:nvPr/>
          </p:nvSpPr>
          <p:spPr bwMode="auto">
            <a:xfrm>
              <a:off x="2741613" y="2122488"/>
              <a:ext cx="57150" cy="190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712">
              <a:extLst>
                <a:ext uri="{FF2B5EF4-FFF2-40B4-BE49-F238E27FC236}">
                  <a16:creationId xmlns:a16="http://schemas.microsoft.com/office/drawing/2014/main" id="{4533D40B-18F2-4A93-B829-E6C6A0AC582E}"/>
                </a:ext>
              </a:extLst>
            </p:cNvPr>
            <p:cNvSpPr>
              <a:spLocks/>
            </p:cNvSpPr>
            <p:nvPr/>
          </p:nvSpPr>
          <p:spPr bwMode="auto">
            <a:xfrm>
              <a:off x="2765425" y="1930400"/>
              <a:ext cx="9525" cy="57150"/>
            </a:xfrm>
            <a:custGeom>
              <a:avLst/>
              <a:gdLst>
                <a:gd name="T0" fmla="*/ 15 w 30"/>
                <a:gd name="T1" fmla="*/ 181 h 181"/>
                <a:gd name="T2" fmla="*/ 18 w 30"/>
                <a:gd name="T3" fmla="*/ 181 h 181"/>
                <a:gd name="T4" fmla="*/ 21 w 30"/>
                <a:gd name="T5" fmla="*/ 180 h 181"/>
                <a:gd name="T6" fmla="*/ 24 w 30"/>
                <a:gd name="T7" fmla="*/ 179 h 181"/>
                <a:gd name="T8" fmla="*/ 26 w 30"/>
                <a:gd name="T9" fmla="*/ 176 h 181"/>
                <a:gd name="T10" fmla="*/ 28 w 30"/>
                <a:gd name="T11" fmla="*/ 174 h 181"/>
                <a:gd name="T12" fmla="*/ 29 w 30"/>
                <a:gd name="T13" fmla="*/ 172 h 181"/>
                <a:gd name="T14" fmla="*/ 30 w 30"/>
                <a:gd name="T15" fmla="*/ 169 h 181"/>
                <a:gd name="T16" fmla="*/ 30 w 30"/>
                <a:gd name="T17" fmla="*/ 166 h 181"/>
                <a:gd name="T18" fmla="*/ 30 w 30"/>
                <a:gd name="T19" fmla="*/ 16 h 181"/>
                <a:gd name="T20" fmla="*/ 30 w 30"/>
                <a:gd name="T21" fmla="*/ 12 h 181"/>
                <a:gd name="T22" fmla="*/ 29 w 30"/>
                <a:gd name="T23" fmla="*/ 9 h 181"/>
                <a:gd name="T24" fmla="*/ 28 w 30"/>
                <a:gd name="T25" fmla="*/ 7 h 181"/>
                <a:gd name="T26" fmla="*/ 26 w 30"/>
                <a:gd name="T27" fmla="*/ 5 h 181"/>
                <a:gd name="T28" fmla="*/ 24 w 30"/>
                <a:gd name="T29" fmla="*/ 3 h 181"/>
                <a:gd name="T30" fmla="*/ 21 w 30"/>
                <a:gd name="T31" fmla="*/ 2 h 181"/>
                <a:gd name="T32" fmla="*/ 18 w 30"/>
                <a:gd name="T33" fmla="*/ 0 h 181"/>
                <a:gd name="T34" fmla="*/ 15 w 30"/>
                <a:gd name="T35" fmla="*/ 0 h 181"/>
                <a:gd name="T36" fmla="*/ 12 w 30"/>
                <a:gd name="T37" fmla="*/ 0 h 181"/>
                <a:gd name="T38" fmla="*/ 10 w 30"/>
                <a:gd name="T39" fmla="*/ 2 h 181"/>
                <a:gd name="T40" fmla="*/ 6 w 30"/>
                <a:gd name="T41" fmla="*/ 3 h 181"/>
                <a:gd name="T42" fmla="*/ 4 w 30"/>
                <a:gd name="T43" fmla="*/ 5 h 181"/>
                <a:gd name="T44" fmla="*/ 2 w 30"/>
                <a:gd name="T45" fmla="*/ 7 h 181"/>
                <a:gd name="T46" fmla="*/ 1 w 30"/>
                <a:gd name="T47" fmla="*/ 9 h 181"/>
                <a:gd name="T48" fmla="*/ 0 w 30"/>
                <a:gd name="T49" fmla="*/ 12 h 181"/>
                <a:gd name="T50" fmla="*/ 0 w 30"/>
                <a:gd name="T51" fmla="*/ 16 h 181"/>
                <a:gd name="T52" fmla="*/ 0 w 30"/>
                <a:gd name="T53" fmla="*/ 166 h 181"/>
                <a:gd name="T54" fmla="*/ 0 w 30"/>
                <a:gd name="T55" fmla="*/ 169 h 181"/>
                <a:gd name="T56" fmla="*/ 1 w 30"/>
                <a:gd name="T57" fmla="*/ 172 h 181"/>
                <a:gd name="T58" fmla="*/ 2 w 30"/>
                <a:gd name="T59" fmla="*/ 174 h 181"/>
                <a:gd name="T60" fmla="*/ 4 w 30"/>
                <a:gd name="T61" fmla="*/ 176 h 181"/>
                <a:gd name="T62" fmla="*/ 6 w 30"/>
                <a:gd name="T63" fmla="*/ 179 h 181"/>
                <a:gd name="T64" fmla="*/ 10 w 30"/>
                <a:gd name="T65" fmla="*/ 180 h 181"/>
                <a:gd name="T66" fmla="*/ 12 w 30"/>
                <a:gd name="T67" fmla="*/ 181 h 181"/>
                <a:gd name="T68" fmla="*/ 15 w 30"/>
                <a:gd name="T69" fmla="*/ 181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 h="181">
                  <a:moveTo>
                    <a:pt x="15" y="181"/>
                  </a:moveTo>
                  <a:lnTo>
                    <a:pt x="18" y="181"/>
                  </a:lnTo>
                  <a:lnTo>
                    <a:pt x="21" y="180"/>
                  </a:lnTo>
                  <a:lnTo>
                    <a:pt x="24" y="179"/>
                  </a:lnTo>
                  <a:lnTo>
                    <a:pt x="26" y="176"/>
                  </a:lnTo>
                  <a:lnTo>
                    <a:pt x="28" y="174"/>
                  </a:lnTo>
                  <a:lnTo>
                    <a:pt x="29" y="172"/>
                  </a:lnTo>
                  <a:lnTo>
                    <a:pt x="30" y="169"/>
                  </a:lnTo>
                  <a:lnTo>
                    <a:pt x="30" y="166"/>
                  </a:lnTo>
                  <a:lnTo>
                    <a:pt x="30" y="16"/>
                  </a:lnTo>
                  <a:lnTo>
                    <a:pt x="30" y="12"/>
                  </a:lnTo>
                  <a:lnTo>
                    <a:pt x="29" y="9"/>
                  </a:lnTo>
                  <a:lnTo>
                    <a:pt x="28" y="7"/>
                  </a:lnTo>
                  <a:lnTo>
                    <a:pt x="26" y="5"/>
                  </a:lnTo>
                  <a:lnTo>
                    <a:pt x="24" y="3"/>
                  </a:lnTo>
                  <a:lnTo>
                    <a:pt x="21" y="2"/>
                  </a:lnTo>
                  <a:lnTo>
                    <a:pt x="18" y="0"/>
                  </a:lnTo>
                  <a:lnTo>
                    <a:pt x="15" y="0"/>
                  </a:lnTo>
                  <a:lnTo>
                    <a:pt x="12" y="0"/>
                  </a:lnTo>
                  <a:lnTo>
                    <a:pt x="10" y="2"/>
                  </a:lnTo>
                  <a:lnTo>
                    <a:pt x="6" y="3"/>
                  </a:lnTo>
                  <a:lnTo>
                    <a:pt x="4" y="5"/>
                  </a:lnTo>
                  <a:lnTo>
                    <a:pt x="2" y="7"/>
                  </a:lnTo>
                  <a:lnTo>
                    <a:pt x="1" y="9"/>
                  </a:lnTo>
                  <a:lnTo>
                    <a:pt x="0" y="12"/>
                  </a:lnTo>
                  <a:lnTo>
                    <a:pt x="0" y="16"/>
                  </a:lnTo>
                  <a:lnTo>
                    <a:pt x="0" y="166"/>
                  </a:lnTo>
                  <a:lnTo>
                    <a:pt x="0" y="169"/>
                  </a:lnTo>
                  <a:lnTo>
                    <a:pt x="1" y="172"/>
                  </a:lnTo>
                  <a:lnTo>
                    <a:pt x="2" y="174"/>
                  </a:lnTo>
                  <a:lnTo>
                    <a:pt x="4" y="176"/>
                  </a:lnTo>
                  <a:lnTo>
                    <a:pt x="6" y="179"/>
                  </a:lnTo>
                  <a:lnTo>
                    <a:pt x="10" y="180"/>
                  </a:lnTo>
                  <a:lnTo>
                    <a:pt x="12" y="181"/>
                  </a:lnTo>
                  <a:lnTo>
                    <a:pt x="15"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713">
              <a:extLst>
                <a:ext uri="{FF2B5EF4-FFF2-40B4-BE49-F238E27FC236}">
                  <a16:creationId xmlns:a16="http://schemas.microsoft.com/office/drawing/2014/main" id="{0B3AC97E-B521-48C2-8635-E6E2BFE55FC9}"/>
                </a:ext>
              </a:extLst>
            </p:cNvPr>
            <p:cNvSpPr>
              <a:spLocks/>
            </p:cNvSpPr>
            <p:nvPr/>
          </p:nvSpPr>
          <p:spPr bwMode="auto">
            <a:xfrm>
              <a:off x="2674938" y="2151063"/>
              <a:ext cx="57150" cy="57150"/>
            </a:xfrm>
            <a:custGeom>
              <a:avLst/>
              <a:gdLst>
                <a:gd name="T0" fmla="*/ 0 w 181"/>
                <a:gd name="T1" fmla="*/ 91 h 182"/>
                <a:gd name="T2" fmla="*/ 1 w 181"/>
                <a:gd name="T3" fmla="*/ 100 h 182"/>
                <a:gd name="T4" fmla="*/ 2 w 181"/>
                <a:gd name="T5" fmla="*/ 110 h 182"/>
                <a:gd name="T6" fmla="*/ 4 w 181"/>
                <a:gd name="T7" fmla="*/ 118 h 182"/>
                <a:gd name="T8" fmla="*/ 7 w 181"/>
                <a:gd name="T9" fmla="*/ 126 h 182"/>
                <a:gd name="T10" fmla="*/ 11 w 181"/>
                <a:gd name="T11" fmla="*/ 134 h 182"/>
                <a:gd name="T12" fmla="*/ 16 w 181"/>
                <a:gd name="T13" fmla="*/ 142 h 182"/>
                <a:gd name="T14" fmla="*/ 21 w 181"/>
                <a:gd name="T15" fmla="*/ 148 h 182"/>
                <a:gd name="T16" fmla="*/ 26 w 181"/>
                <a:gd name="T17" fmla="*/ 155 h 182"/>
                <a:gd name="T18" fmla="*/ 33 w 181"/>
                <a:gd name="T19" fmla="*/ 161 h 182"/>
                <a:gd name="T20" fmla="*/ 40 w 181"/>
                <a:gd name="T21" fmla="*/ 165 h 182"/>
                <a:gd name="T22" fmla="*/ 47 w 181"/>
                <a:gd name="T23" fmla="*/ 171 h 182"/>
                <a:gd name="T24" fmla="*/ 55 w 181"/>
                <a:gd name="T25" fmla="*/ 174 h 182"/>
                <a:gd name="T26" fmla="*/ 64 w 181"/>
                <a:gd name="T27" fmla="*/ 177 h 182"/>
                <a:gd name="T28" fmla="*/ 73 w 181"/>
                <a:gd name="T29" fmla="*/ 179 h 182"/>
                <a:gd name="T30" fmla="*/ 81 w 181"/>
                <a:gd name="T31" fmla="*/ 181 h 182"/>
                <a:gd name="T32" fmla="*/ 91 w 181"/>
                <a:gd name="T33" fmla="*/ 182 h 182"/>
                <a:gd name="T34" fmla="*/ 99 w 181"/>
                <a:gd name="T35" fmla="*/ 181 h 182"/>
                <a:gd name="T36" fmla="*/ 109 w 181"/>
                <a:gd name="T37" fmla="*/ 179 h 182"/>
                <a:gd name="T38" fmla="*/ 118 w 181"/>
                <a:gd name="T39" fmla="*/ 177 h 182"/>
                <a:gd name="T40" fmla="*/ 125 w 181"/>
                <a:gd name="T41" fmla="*/ 174 h 182"/>
                <a:gd name="T42" fmla="*/ 134 w 181"/>
                <a:gd name="T43" fmla="*/ 171 h 182"/>
                <a:gd name="T44" fmla="*/ 141 w 181"/>
                <a:gd name="T45" fmla="*/ 165 h 182"/>
                <a:gd name="T46" fmla="*/ 148 w 181"/>
                <a:gd name="T47" fmla="*/ 161 h 182"/>
                <a:gd name="T48" fmla="*/ 154 w 181"/>
                <a:gd name="T49" fmla="*/ 155 h 182"/>
                <a:gd name="T50" fmla="*/ 161 w 181"/>
                <a:gd name="T51" fmla="*/ 148 h 182"/>
                <a:gd name="T52" fmla="*/ 165 w 181"/>
                <a:gd name="T53" fmla="*/ 142 h 182"/>
                <a:gd name="T54" fmla="*/ 170 w 181"/>
                <a:gd name="T55" fmla="*/ 134 h 182"/>
                <a:gd name="T56" fmla="*/ 173 w 181"/>
                <a:gd name="T57" fmla="*/ 126 h 182"/>
                <a:gd name="T58" fmla="*/ 177 w 181"/>
                <a:gd name="T59" fmla="*/ 118 h 182"/>
                <a:gd name="T60" fmla="*/ 179 w 181"/>
                <a:gd name="T61" fmla="*/ 110 h 182"/>
                <a:gd name="T62" fmla="*/ 180 w 181"/>
                <a:gd name="T63" fmla="*/ 100 h 182"/>
                <a:gd name="T64" fmla="*/ 181 w 181"/>
                <a:gd name="T65" fmla="*/ 91 h 182"/>
                <a:gd name="T66" fmla="*/ 181 w 181"/>
                <a:gd name="T67" fmla="*/ 0 h 182"/>
                <a:gd name="T68" fmla="*/ 0 w 181"/>
                <a:gd name="T69" fmla="*/ 0 h 182"/>
                <a:gd name="T70" fmla="*/ 0 w 181"/>
                <a:gd name="T71" fmla="*/ 91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1" h="182">
                  <a:moveTo>
                    <a:pt x="0" y="91"/>
                  </a:moveTo>
                  <a:lnTo>
                    <a:pt x="1" y="100"/>
                  </a:lnTo>
                  <a:lnTo>
                    <a:pt x="2" y="110"/>
                  </a:lnTo>
                  <a:lnTo>
                    <a:pt x="4" y="118"/>
                  </a:lnTo>
                  <a:lnTo>
                    <a:pt x="7" y="126"/>
                  </a:lnTo>
                  <a:lnTo>
                    <a:pt x="11" y="134"/>
                  </a:lnTo>
                  <a:lnTo>
                    <a:pt x="16" y="142"/>
                  </a:lnTo>
                  <a:lnTo>
                    <a:pt x="21" y="148"/>
                  </a:lnTo>
                  <a:lnTo>
                    <a:pt x="26" y="155"/>
                  </a:lnTo>
                  <a:lnTo>
                    <a:pt x="33" y="161"/>
                  </a:lnTo>
                  <a:lnTo>
                    <a:pt x="40" y="165"/>
                  </a:lnTo>
                  <a:lnTo>
                    <a:pt x="47" y="171"/>
                  </a:lnTo>
                  <a:lnTo>
                    <a:pt x="55" y="174"/>
                  </a:lnTo>
                  <a:lnTo>
                    <a:pt x="64" y="177"/>
                  </a:lnTo>
                  <a:lnTo>
                    <a:pt x="73" y="179"/>
                  </a:lnTo>
                  <a:lnTo>
                    <a:pt x="81" y="181"/>
                  </a:lnTo>
                  <a:lnTo>
                    <a:pt x="91" y="182"/>
                  </a:lnTo>
                  <a:lnTo>
                    <a:pt x="99" y="181"/>
                  </a:lnTo>
                  <a:lnTo>
                    <a:pt x="109" y="179"/>
                  </a:lnTo>
                  <a:lnTo>
                    <a:pt x="118" y="177"/>
                  </a:lnTo>
                  <a:lnTo>
                    <a:pt x="125" y="174"/>
                  </a:lnTo>
                  <a:lnTo>
                    <a:pt x="134" y="171"/>
                  </a:lnTo>
                  <a:lnTo>
                    <a:pt x="141" y="165"/>
                  </a:lnTo>
                  <a:lnTo>
                    <a:pt x="148" y="161"/>
                  </a:lnTo>
                  <a:lnTo>
                    <a:pt x="154" y="155"/>
                  </a:lnTo>
                  <a:lnTo>
                    <a:pt x="161" y="148"/>
                  </a:lnTo>
                  <a:lnTo>
                    <a:pt x="165" y="142"/>
                  </a:lnTo>
                  <a:lnTo>
                    <a:pt x="170" y="134"/>
                  </a:lnTo>
                  <a:lnTo>
                    <a:pt x="173" y="126"/>
                  </a:lnTo>
                  <a:lnTo>
                    <a:pt x="177" y="118"/>
                  </a:lnTo>
                  <a:lnTo>
                    <a:pt x="179" y="110"/>
                  </a:lnTo>
                  <a:lnTo>
                    <a:pt x="180" y="100"/>
                  </a:lnTo>
                  <a:lnTo>
                    <a:pt x="181" y="91"/>
                  </a:lnTo>
                  <a:lnTo>
                    <a:pt x="181" y="0"/>
                  </a:lnTo>
                  <a:lnTo>
                    <a:pt x="0" y="0"/>
                  </a:lnTo>
                  <a:lnTo>
                    <a:pt x="0"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714">
              <a:extLst>
                <a:ext uri="{FF2B5EF4-FFF2-40B4-BE49-F238E27FC236}">
                  <a16:creationId xmlns:a16="http://schemas.microsoft.com/office/drawing/2014/main" id="{7F864FC8-AB3C-49D8-83BB-14DA025641EE}"/>
                </a:ext>
              </a:extLst>
            </p:cNvPr>
            <p:cNvSpPr>
              <a:spLocks/>
            </p:cNvSpPr>
            <p:nvPr/>
          </p:nvSpPr>
          <p:spPr bwMode="auto">
            <a:xfrm>
              <a:off x="2674938" y="1920875"/>
              <a:ext cx="57150" cy="192088"/>
            </a:xfrm>
            <a:custGeom>
              <a:avLst/>
              <a:gdLst>
                <a:gd name="T0" fmla="*/ 163 w 181"/>
                <a:gd name="T1" fmla="*/ 0 h 602"/>
                <a:gd name="T2" fmla="*/ 157 w 181"/>
                <a:gd name="T3" fmla="*/ 3 h 602"/>
                <a:gd name="T4" fmla="*/ 153 w 181"/>
                <a:gd name="T5" fmla="*/ 7 h 602"/>
                <a:gd name="T6" fmla="*/ 151 w 181"/>
                <a:gd name="T7" fmla="*/ 12 h 602"/>
                <a:gd name="T8" fmla="*/ 151 w 181"/>
                <a:gd name="T9" fmla="*/ 211 h 602"/>
                <a:gd name="T10" fmla="*/ 150 w 181"/>
                <a:gd name="T11" fmla="*/ 222 h 602"/>
                <a:gd name="T12" fmla="*/ 146 w 181"/>
                <a:gd name="T13" fmla="*/ 234 h 602"/>
                <a:gd name="T14" fmla="*/ 140 w 181"/>
                <a:gd name="T15" fmla="*/ 245 h 602"/>
                <a:gd name="T16" fmla="*/ 133 w 181"/>
                <a:gd name="T17" fmla="*/ 254 h 602"/>
                <a:gd name="T18" fmla="*/ 124 w 181"/>
                <a:gd name="T19" fmla="*/ 261 h 602"/>
                <a:gd name="T20" fmla="*/ 113 w 181"/>
                <a:gd name="T21" fmla="*/ 266 h 602"/>
                <a:gd name="T22" fmla="*/ 103 w 181"/>
                <a:gd name="T23" fmla="*/ 270 h 602"/>
                <a:gd name="T24" fmla="*/ 91 w 181"/>
                <a:gd name="T25" fmla="*/ 271 h 602"/>
                <a:gd name="T26" fmla="*/ 78 w 181"/>
                <a:gd name="T27" fmla="*/ 270 h 602"/>
                <a:gd name="T28" fmla="*/ 67 w 181"/>
                <a:gd name="T29" fmla="*/ 266 h 602"/>
                <a:gd name="T30" fmla="*/ 57 w 181"/>
                <a:gd name="T31" fmla="*/ 261 h 602"/>
                <a:gd name="T32" fmla="*/ 48 w 181"/>
                <a:gd name="T33" fmla="*/ 254 h 602"/>
                <a:gd name="T34" fmla="*/ 40 w 181"/>
                <a:gd name="T35" fmla="*/ 245 h 602"/>
                <a:gd name="T36" fmla="*/ 35 w 181"/>
                <a:gd name="T37" fmla="*/ 234 h 602"/>
                <a:gd name="T38" fmla="*/ 32 w 181"/>
                <a:gd name="T39" fmla="*/ 224 h 602"/>
                <a:gd name="T40" fmla="*/ 30 w 181"/>
                <a:gd name="T41" fmla="*/ 211 h 602"/>
                <a:gd name="T42" fmla="*/ 30 w 181"/>
                <a:gd name="T43" fmla="*/ 12 h 602"/>
                <a:gd name="T44" fmla="*/ 28 w 181"/>
                <a:gd name="T45" fmla="*/ 7 h 602"/>
                <a:gd name="T46" fmla="*/ 23 w 181"/>
                <a:gd name="T47" fmla="*/ 3 h 602"/>
                <a:gd name="T48" fmla="*/ 18 w 181"/>
                <a:gd name="T49" fmla="*/ 0 h 602"/>
                <a:gd name="T50" fmla="*/ 13 w 181"/>
                <a:gd name="T51" fmla="*/ 0 h 602"/>
                <a:gd name="T52" fmla="*/ 7 w 181"/>
                <a:gd name="T53" fmla="*/ 3 h 602"/>
                <a:gd name="T54" fmla="*/ 3 w 181"/>
                <a:gd name="T55" fmla="*/ 7 h 602"/>
                <a:gd name="T56" fmla="*/ 1 w 181"/>
                <a:gd name="T57" fmla="*/ 12 h 602"/>
                <a:gd name="T58" fmla="*/ 0 w 181"/>
                <a:gd name="T59" fmla="*/ 211 h 602"/>
                <a:gd name="T60" fmla="*/ 181 w 181"/>
                <a:gd name="T61" fmla="*/ 602 h 602"/>
                <a:gd name="T62" fmla="*/ 181 w 181"/>
                <a:gd name="T63" fmla="*/ 15 h 602"/>
                <a:gd name="T64" fmla="*/ 180 w 181"/>
                <a:gd name="T65" fmla="*/ 9 h 602"/>
                <a:gd name="T66" fmla="*/ 177 w 181"/>
                <a:gd name="T67" fmla="*/ 5 h 602"/>
                <a:gd name="T68" fmla="*/ 171 w 181"/>
                <a:gd name="T69" fmla="*/ 2 h 602"/>
                <a:gd name="T70" fmla="*/ 166 w 181"/>
                <a:gd name="T71" fmla="*/ 0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1" h="602">
                  <a:moveTo>
                    <a:pt x="166" y="0"/>
                  </a:moveTo>
                  <a:lnTo>
                    <a:pt x="163" y="0"/>
                  </a:lnTo>
                  <a:lnTo>
                    <a:pt x="159" y="2"/>
                  </a:lnTo>
                  <a:lnTo>
                    <a:pt x="157" y="3"/>
                  </a:lnTo>
                  <a:lnTo>
                    <a:pt x="155" y="5"/>
                  </a:lnTo>
                  <a:lnTo>
                    <a:pt x="153" y="7"/>
                  </a:lnTo>
                  <a:lnTo>
                    <a:pt x="152" y="9"/>
                  </a:lnTo>
                  <a:lnTo>
                    <a:pt x="151" y="12"/>
                  </a:lnTo>
                  <a:lnTo>
                    <a:pt x="151" y="15"/>
                  </a:lnTo>
                  <a:lnTo>
                    <a:pt x="151" y="211"/>
                  </a:lnTo>
                  <a:lnTo>
                    <a:pt x="150" y="217"/>
                  </a:lnTo>
                  <a:lnTo>
                    <a:pt x="150" y="222"/>
                  </a:lnTo>
                  <a:lnTo>
                    <a:pt x="148" y="229"/>
                  </a:lnTo>
                  <a:lnTo>
                    <a:pt x="146" y="234"/>
                  </a:lnTo>
                  <a:lnTo>
                    <a:pt x="143" y="240"/>
                  </a:lnTo>
                  <a:lnTo>
                    <a:pt x="140" y="245"/>
                  </a:lnTo>
                  <a:lnTo>
                    <a:pt x="137" y="249"/>
                  </a:lnTo>
                  <a:lnTo>
                    <a:pt x="133" y="254"/>
                  </a:lnTo>
                  <a:lnTo>
                    <a:pt x="128" y="258"/>
                  </a:lnTo>
                  <a:lnTo>
                    <a:pt x="124" y="261"/>
                  </a:lnTo>
                  <a:lnTo>
                    <a:pt x="119" y="264"/>
                  </a:lnTo>
                  <a:lnTo>
                    <a:pt x="113" y="266"/>
                  </a:lnTo>
                  <a:lnTo>
                    <a:pt x="108" y="269"/>
                  </a:lnTo>
                  <a:lnTo>
                    <a:pt x="103" y="270"/>
                  </a:lnTo>
                  <a:lnTo>
                    <a:pt x="96" y="271"/>
                  </a:lnTo>
                  <a:lnTo>
                    <a:pt x="91" y="271"/>
                  </a:lnTo>
                  <a:lnTo>
                    <a:pt x="84" y="271"/>
                  </a:lnTo>
                  <a:lnTo>
                    <a:pt x="78" y="270"/>
                  </a:lnTo>
                  <a:lnTo>
                    <a:pt x="73" y="269"/>
                  </a:lnTo>
                  <a:lnTo>
                    <a:pt x="67" y="266"/>
                  </a:lnTo>
                  <a:lnTo>
                    <a:pt x="62" y="264"/>
                  </a:lnTo>
                  <a:lnTo>
                    <a:pt x="57" y="261"/>
                  </a:lnTo>
                  <a:lnTo>
                    <a:pt x="52" y="258"/>
                  </a:lnTo>
                  <a:lnTo>
                    <a:pt x="48" y="254"/>
                  </a:lnTo>
                  <a:lnTo>
                    <a:pt x="44" y="249"/>
                  </a:lnTo>
                  <a:lnTo>
                    <a:pt x="40" y="245"/>
                  </a:lnTo>
                  <a:lnTo>
                    <a:pt x="37" y="240"/>
                  </a:lnTo>
                  <a:lnTo>
                    <a:pt x="35" y="234"/>
                  </a:lnTo>
                  <a:lnTo>
                    <a:pt x="33" y="229"/>
                  </a:lnTo>
                  <a:lnTo>
                    <a:pt x="32" y="224"/>
                  </a:lnTo>
                  <a:lnTo>
                    <a:pt x="31" y="217"/>
                  </a:lnTo>
                  <a:lnTo>
                    <a:pt x="30" y="211"/>
                  </a:lnTo>
                  <a:lnTo>
                    <a:pt x="30" y="15"/>
                  </a:lnTo>
                  <a:lnTo>
                    <a:pt x="30" y="12"/>
                  </a:lnTo>
                  <a:lnTo>
                    <a:pt x="29" y="9"/>
                  </a:lnTo>
                  <a:lnTo>
                    <a:pt x="28" y="7"/>
                  </a:lnTo>
                  <a:lnTo>
                    <a:pt x="25" y="5"/>
                  </a:lnTo>
                  <a:lnTo>
                    <a:pt x="23" y="3"/>
                  </a:lnTo>
                  <a:lnTo>
                    <a:pt x="21" y="2"/>
                  </a:lnTo>
                  <a:lnTo>
                    <a:pt x="18" y="0"/>
                  </a:lnTo>
                  <a:lnTo>
                    <a:pt x="15" y="0"/>
                  </a:lnTo>
                  <a:lnTo>
                    <a:pt x="13" y="0"/>
                  </a:lnTo>
                  <a:lnTo>
                    <a:pt x="9" y="2"/>
                  </a:lnTo>
                  <a:lnTo>
                    <a:pt x="7" y="3"/>
                  </a:lnTo>
                  <a:lnTo>
                    <a:pt x="5" y="5"/>
                  </a:lnTo>
                  <a:lnTo>
                    <a:pt x="3" y="7"/>
                  </a:lnTo>
                  <a:lnTo>
                    <a:pt x="2" y="9"/>
                  </a:lnTo>
                  <a:lnTo>
                    <a:pt x="1" y="12"/>
                  </a:lnTo>
                  <a:lnTo>
                    <a:pt x="0" y="15"/>
                  </a:lnTo>
                  <a:lnTo>
                    <a:pt x="0" y="211"/>
                  </a:lnTo>
                  <a:lnTo>
                    <a:pt x="0" y="602"/>
                  </a:lnTo>
                  <a:lnTo>
                    <a:pt x="181" y="602"/>
                  </a:lnTo>
                  <a:lnTo>
                    <a:pt x="181" y="211"/>
                  </a:lnTo>
                  <a:lnTo>
                    <a:pt x="181" y="15"/>
                  </a:lnTo>
                  <a:lnTo>
                    <a:pt x="181" y="12"/>
                  </a:lnTo>
                  <a:lnTo>
                    <a:pt x="180" y="9"/>
                  </a:lnTo>
                  <a:lnTo>
                    <a:pt x="178" y="7"/>
                  </a:lnTo>
                  <a:lnTo>
                    <a:pt x="177" y="5"/>
                  </a:lnTo>
                  <a:lnTo>
                    <a:pt x="174" y="3"/>
                  </a:lnTo>
                  <a:lnTo>
                    <a:pt x="171" y="2"/>
                  </a:lnTo>
                  <a:lnTo>
                    <a:pt x="169" y="0"/>
                  </a:lnTo>
                  <a:lnTo>
                    <a:pt x="16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Rectangle 715">
              <a:extLst>
                <a:ext uri="{FF2B5EF4-FFF2-40B4-BE49-F238E27FC236}">
                  <a16:creationId xmlns:a16="http://schemas.microsoft.com/office/drawing/2014/main" id="{F62F4F23-3E58-4391-99F6-14D56BFAABEA}"/>
                </a:ext>
              </a:extLst>
            </p:cNvPr>
            <p:cNvSpPr>
              <a:spLocks noChangeArrowheads="1"/>
            </p:cNvSpPr>
            <p:nvPr/>
          </p:nvSpPr>
          <p:spPr bwMode="auto">
            <a:xfrm>
              <a:off x="2674938" y="2122488"/>
              <a:ext cx="57150" cy="190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716">
              <a:extLst>
                <a:ext uri="{FF2B5EF4-FFF2-40B4-BE49-F238E27FC236}">
                  <a16:creationId xmlns:a16="http://schemas.microsoft.com/office/drawing/2014/main" id="{66455EB6-E255-40C5-AFB5-4353F1040930}"/>
                </a:ext>
              </a:extLst>
            </p:cNvPr>
            <p:cNvSpPr>
              <a:spLocks/>
            </p:cNvSpPr>
            <p:nvPr/>
          </p:nvSpPr>
          <p:spPr bwMode="auto">
            <a:xfrm>
              <a:off x="2698750" y="1930400"/>
              <a:ext cx="9525" cy="57150"/>
            </a:xfrm>
            <a:custGeom>
              <a:avLst/>
              <a:gdLst>
                <a:gd name="T0" fmla="*/ 15 w 30"/>
                <a:gd name="T1" fmla="*/ 181 h 181"/>
                <a:gd name="T2" fmla="*/ 17 w 30"/>
                <a:gd name="T3" fmla="*/ 181 h 181"/>
                <a:gd name="T4" fmla="*/ 20 w 30"/>
                <a:gd name="T5" fmla="*/ 180 h 181"/>
                <a:gd name="T6" fmla="*/ 22 w 30"/>
                <a:gd name="T7" fmla="*/ 179 h 181"/>
                <a:gd name="T8" fmla="*/ 26 w 30"/>
                <a:gd name="T9" fmla="*/ 176 h 181"/>
                <a:gd name="T10" fmla="*/ 27 w 30"/>
                <a:gd name="T11" fmla="*/ 174 h 181"/>
                <a:gd name="T12" fmla="*/ 29 w 30"/>
                <a:gd name="T13" fmla="*/ 172 h 181"/>
                <a:gd name="T14" fmla="*/ 29 w 30"/>
                <a:gd name="T15" fmla="*/ 169 h 181"/>
                <a:gd name="T16" fmla="*/ 30 w 30"/>
                <a:gd name="T17" fmla="*/ 166 h 181"/>
                <a:gd name="T18" fmla="*/ 30 w 30"/>
                <a:gd name="T19" fmla="*/ 16 h 181"/>
                <a:gd name="T20" fmla="*/ 29 w 30"/>
                <a:gd name="T21" fmla="*/ 12 h 181"/>
                <a:gd name="T22" fmla="*/ 29 w 30"/>
                <a:gd name="T23" fmla="*/ 9 h 181"/>
                <a:gd name="T24" fmla="*/ 27 w 30"/>
                <a:gd name="T25" fmla="*/ 7 h 181"/>
                <a:gd name="T26" fmla="*/ 26 w 30"/>
                <a:gd name="T27" fmla="*/ 5 h 181"/>
                <a:gd name="T28" fmla="*/ 22 w 30"/>
                <a:gd name="T29" fmla="*/ 3 h 181"/>
                <a:gd name="T30" fmla="*/ 20 w 30"/>
                <a:gd name="T31" fmla="*/ 2 h 181"/>
                <a:gd name="T32" fmla="*/ 17 w 30"/>
                <a:gd name="T33" fmla="*/ 0 h 181"/>
                <a:gd name="T34" fmla="*/ 15 w 30"/>
                <a:gd name="T35" fmla="*/ 0 h 181"/>
                <a:gd name="T36" fmla="*/ 12 w 30"/>
                <a:gd name="T37" fmla="*/ 0 h 181"/>
                <a:gd name="T38" fmla="*/ 8 w 30"/>
                <a:gd name="T39" fmla="*/ 2 h 181"/>
                <a:gd name="T40" fmla="*/ 6 w 30"/>
                <a:gd name="T41" fmla="*/ 3 h 181"/>
                <a:gd name="T42" fmla="*/ 4 w 30"/>
                <a:gd name="T43" fmla="*/ 5 h 181"/>
                <a:gd name="T44" fmla="*/ 2 w 30"/>
                <a:gd name="T45" fmla="*/ 7 h 181"/>
                <a:gd name="T46" fmla="*/ 1 w 30"/>
                <a:gd name="T47" fmla="*/ 9 h 181"/>
                <a:gd name="T48" fmla="*/ 0 w 30"/>
                <a:gd name="T49" fmla="*/ 12 h 181"/>
                <a:gd name="T50" fmla="*/ 0 w 30"/>
                <a:gd name="T51" fmla="*/ 16 h 181"/>
                <a:gd name="T52" fmla="*/ 0 w 30"/>
                <a:gd name="T53" fmla="*/ 166 h 181"/>
                <a:gd name="T54" fmla="*/ 0 w 30"/>
                <a:gd name="T55" fmla="*/ 169 h 181"/>
                <a:gd name="T56" fmla="*/ 1 w 30"/>
                <a:gd name="T57" fmla="*/ 172 h 181"/>
                <a:gd name="T58" fmla="*/ 2 w 30"/>
                <a:gd name="T59" fmla="*/ 174 h 181"/>
                <a:gd name="T60" fmla="*/ 4 w 30"/>
                <a:gd name="T61" fmla="*/ 176 h 181"/>
                <a:gd name="T62" fmla="*/ 6 w 30"/>
                <a:gd name="T63" fmla="*/ 179 h 181"/>
                <a:gd name="T64" fmla="*/ 8 w 30"/>
                <a:gd name="T65" fmla="*/ 180 h 181"/>
                <a:gd name="T66" fmla="*/ 12 w 30"/>
                <a:gd name="T67" fmla="*/ 181 h 181"/>
                <a:gd name="T68" fmla="*/ 15 w 30"/>
                <a:gd name="T69" fmla="*/ 181 h 181"/>
                <a:gd name="T70" fmla="*/ 15 w 30"/>
                <a:gd name="T71" fmla="*/ 181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 h="181">
                  <a:moveTo>
                    <a:pt x="15" y="181"/>
                  </a:moveTo>
                  <a:lnTo>
                    <a:pt x="17" y="181"/>
                  </a:lnTo>
                  <a:lnTo>
                    <a:pt x="20" y="180"/>
                  </a:lnTo>
                  <a:lnTo>
                    <a:pt x="22" y="179"/>
                  </a:lnTo>
                  <a:lnTo>
                    <a:pt x="26" y="176"/>
                  </a:lnTo>
                  <a:lnTo>
                    <a:pt x="27" y="174"/>
                  </a:lnTo>
                  <a:lnTo>
                    <a:pt x="29" y="172"/>
                  </a:lnTo>
                  <a:lnTo>
                    <a:pt x="29" y="169"/>
                  </a:lnTo>
                  <a:lnTo>
                    <a:pt x="30" y="166"/>
                  </a:lnTo>
                  <a:lnTo>
                    <a:pt x="30" y="16"/>
                  </a:lnTo>
                  <a:lnTo>
                    <a:pt x="29" y="12"/>
                  </a:lnTo>
                  <a:lnTo>
                    <a:pt x="29" y="9"/>
                  </a:lnTo>
                  <a:lnTo>
                    <a:pt x="27" y="7"/>
                  </a:lnTo>
                  <a:lnTo>
                    <a:pt x="26" y="5"/>
                  </a:lnTo>
                  <a:lnTo>
                    <a:pt x="22" y="3"/>
                  </a:lnTo>
                  <a:lnTo>
                    <a:pt x="20" y="2"/>
                  </a:lnTo>
                  <a:lnTo>
                    <a:pt x="17" y="0"/>
                  </a:lnTo>
                  <a:lnTo>
                    <a:pt x="15" y="0"/>
                  </a:lnTo>
                  <a:lnTo>
                    <a:pt x="12" y="0"/>
                  </a:lnTo>
                  <a:lnTo>
                    <a:pt x="8" y="2"/>
                  </a:lnTo>
                  <a:lnTo>
                    <a:pt x="6" y="3"/>
                  </a:lnTo>
                  <a:lnTo>
                    <a:pt x="4" y="5"/>
                  </a:lnTo>
                  <a:lnTo>
                    <a:pt x="2" y="7"/>
                  </a:lnTo>
                  <a:lnTo>
                    <a:pt x="1" y="9"/>
                  </a:lnTo>
                  <a:lnTo>
                    <a:pt x="0" y="12"/>
                  </a:lnTo>
                  <a:lnTo>
                    <a:pt x="0" y="16"/>
                  </a:lnTo>
                  <a:lnTo>
                    <a:pt x="0" y="166"/>
                  </a:lnTo>
                  <a:lnTo>
                    <a:pt x="0" y="169"/>
                  </a:lnTo>
                  <a:lnTo>
                    <a:pt x="1" y="172"/>
                  </a:lnTo>
                  <a:lnTo>
                    <a:pt x="2" y="174"/>
                  </a:lnTo>
                  <a:lnTo>
                    <a:pt x="4" y="176"/>
                  </a:lnTo>
                  <a:lnTo>
                    <a:pt x="6" y="179"/>
                  </a:lnTo>
                  <a:lnTo>
                    <a:pt x="8" y="180"/>
                  </a:lnTo>
                  <a:lnTo>
                    <a:pt x="12" y="181"/>
                  </a:lnTo>
                  <a:lnTo>
                    <a:pt x="15" y="181"/>
                  </a:lnTo>
                  <a:lnTo>
                    <a:pt x="15"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717">
              <a:extLst>
                <a:ext uri="{FF2B5EF4-FFF2-40B4-BE49-F238E27FC236}">
                  <a16:creationId xmlns:a16="http://schemas.microsoft.com/office/drawing/2014/main" id="{ACB7783E-196C-43E0-BB10-D454ACB8E398}"/>
                </a:ext>
              </a:extLst>
            </p:cNvPr>
            <p:cNvSpPr>
              <a:spLocks/>
            </p:cNvSpPr>
            <p:nvPr/>
          </p:nvSpPr>
          <p:spPr bwMode="auto">
            <a:xfrm>
              <a:off x="2608263" y="1920875"/>
              <a:ext cx="57150" cy="192088"/>
            </a:xfrm>
            <a:custGeom>
              <a:avLst/>
              <a:gdLst>
                <a:gd name="T0" fmla="*/ 162 w 181"/>
                <a:gd name="T1" fmla="*/ 0 h 602"/>
                <a:gd name="T2" fmla="*/ 157 w 181"/>
                <a:gd name="T3" fmla="*/ 3 h 602"/>
                <a:gd name="T4" fmla="*/ 154 w 181"/>
                <a:gd name="T5" fmla="*/ 7 h 602"/>
                <a:gd name="T6" fmla="*/ 152 w 181"/>
                <a:gd name="T7" fmla="*/ 12 h 602"/>
                <a:gd name="T8" fmla="*/ 151 w 181"/>
                <a:gd name="T9" fmla="*/ 211 h 602"/>
                <a:gd name="T10" fmla="*/ 150 w 181"/>
                <a:gd name="T11" fmla="*/ 222 h 602"/>
                <a:gd name="T12" fmla="*/ 146 w 181"/>
                <a:gd name="T13" fmla="*/ 234 h 602"/>
                <a:gd name="T14" fmla="*/ 141 w 181"/>
                <a:gd name="T15" fmla="*/ 245 h 602"/>
                <a:gd name="T16" fmla="*/ 133 w 181"/>
                <a:gd name="T17" fmla="*/ 254 h 602"/>
                <a:gd name="T18" fmla="*/ 125 w 181"/>
                <a:gd name="T19" fmla="*/ 261 h 602"/>
                <a:gd name="T20" fmla="*/ 114 w 181"/>
                <a:gd name="T21" fmla="*/ 266 h 602"/>
                <a:gd name="T22" fmla="*/ 102 w 181"/>
                <a:gd name="T23" fmla="*/ 270 h 602"/>
                <a:gd name="T24" fmla="*/ 91 w 181"/>
                <a:gd name="T25" fmla="*/ 271 h 602"/>
                <a:gd name="T26" fmla="*/ 79 w 181"/>
                <a:gd name="T27" fmla="*/ 270 h 602"/>
                <a:gd name="T28" fmla="*/ 67 w 181"/>
                <a:gd name="T29" fmla="*/ 266 h 602"/>
                <a:gd name="T30" fmla="*/ 57 w 181"/>
                <a:gd name="T31" fmla="*/ 261 h 602"/>
                <a:gd name="T32" fmla="*/ 48 w 181"/>
                <a:gd name="T33" fmla="*/ 254 h 602"/>
                <a:gd name="T34" fmla="*/ 41 w 181"/>
                <a:gd name="T35" fmla="*/ 245 h 602"/>
                <a:gd name="T36" fmla="*/ 35 w 181"/>
                <a:gd name="T37" fmla="*/ 234 h 602"/>
                <a:gd name="T38" fmla="*/ 32 w 181"/>
                <a:gd name="T39" fmla="*/ 224 h 602"/>
                <a:gd name="T40" fmla="*/ 30 w 181"/>
                <a:gd name="T41" fmla="*/ 211 h 602"/>
                <a:gd name="T42" fmla="*/ 30 w 181"/>
                <a:gd name="T43" fmla="*/ 12 h 602"/>
                <a:gd name="T44" fmla="*/ 28 w 181"/>
                <a:gd name="T45" fmla="*/ 7 h 602"/>
                <a:gd name="T46" fmla="*/ 24 w 181"/>
                <a:gd name="T47" fmla="*/ 3 h 602"/>
                <a:gd name="T48" fmla="*/ 19 w 181"/>
                <a:gd name="T49" fmla="*/ 0 h 602"/>
                <a:gd name="T50" fmla="*/ 12 w 181"/>
                <a:gd name="T51" fmla="*/ 0 h 602"/>
                <a:gd name="T52" fmla="*/ 7 w 181"/>
                <a:gd name="T53" fmla="*/ 3 h 602"/>
                <a:gd name="T54" fmla="*/ 3 w 181"/>
                <a:gd name="T55" fmla="*/ 7 h 602"/>
                <a:gd name="T56" fmla="*/ 0 w 181"/>
                <a:gd name="T57" fmla="*/ 12 h 602"/>
                <a:gd name="T58" fmla="*/ 0 w 181"/>
                <a:gd name="T59" fmla="*/ 211 h 602"/>
                <a:gd name="T60" fmla="*/ 181 w 181"/>
                <a:gd name="T61" fmla="*/ 602 h 602"/>
                <a:gd name="T62" fmla="*/ 181 w 181"/>
                <a:gd name="T63" fmla="*/ 15 h 602"/>
                <a:gd name="T64" fmla="*/ 180 w 181"/>
                <a:gd name="T65" fmla="*/ 9 h 602"/>
                <a:gd name="T66" fmla="*/ 176 w 181"/>
                <a:gd name="T67" fmla="*/ 5 h 602"/>
                <a:gd name="T68" fmla="*/ 172 w 181"/>
                <a:gd name="T69" fmla="*/ 2 h 602"/>
                <a:gd name="T70" fmla="*/ 166 w 181"/>
                <a:gd name="T71" fmla="*/ 0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1" h="602">
                  <a:moveTo>
                    <a:pt x="166" y="0"/>
                  </a:moveTo>
                  <a:lnTo>
                    <a:pt x="162" y="0"/>
                  </a:lnTo>
                  <a:lnTo>
                    <a:pt x="160" y="2"/>
                  </a:lnTo>
                  <a:lnTo>
                    <a:pt x="157" y="3"/>
                  </a:lnTo>
                  <a:lnTo>
                    <a:pt x="155" y="5"/>
                  </a:lnTo>
                  <a:lnTo>
                    <a:pt x="154" y="7"/>
                  </a:lnTo>
                  <a:lnTo>
                    <a:pt x="152" y="9"/>
                  </a:lnTo>
                  <a:lnTo>
                    <a:pt x="152" y="12"/>
                  </a:lnTo>
                  <a:lnTo>
                    <a:pt x="151" y="15"/>
                  </a:lnTo>
                  <a:lnTo>
                    <a:pt x="151" y="211"/>
                  </a:lnTo>
                  <a:lnTo>
                    <a:pt x="151" y="217"/>
                  </a:lnTo>
                  <a:lnTo>
                    <a:pt x="150" y="222"/>
                  </a:lnTo>
                  <a:lnTo>
                    <a:pt x="148" y="229"/>
                  </a:lnTo>
                  <a:lnTo>
                    <a:pt x="146" y="234"/>
                  </a:lnTo>
                  <a:lnTo>
                    <a:pt x="143" y="240"/>
                  </a:lnTo>
                  <a:lnTo>
                    <a:pt x="141" y="245"/>
                  </a:lnTo>
                  <a:lnTo>
                    <a:pt x="137" y="249"/>
                  </a:lnTo>
                  <a:lnTo>
                    <a:pt x="133" y="254"/>
                  </a:lnTo>
                  <a:lnTo>
                    <a:pt x="129" y="258"/>
                  </a:lnTo>
                  <a:lnTo>
                    <a:pt x="125" y="261"/>
                  </a:lnTo>
                  <a:lnTo>
                    <a:pt x="120" y="264"/>
                  </a:lnTo>
                  <a:lnTo>
                    <a:pt x="114" y="266"/>
                  </a:lnTo>
                  <a:lnTo>
                    <a:pt x="109" y="269"/>
                  </a:lnTo>
                  <a:lnTo>
                    <a:pt x="102" y="270"/>
                  </a:lnTo>
                  <a:lnTo>
                    <a:pt x="97" y="271"/>
                  </a:lnTo>
                  <a:lnTo>
                    <a:pt x="91" y="271"/>
                  </a:lnTo>
                  <a:lnTo>
                    <a:pt x="84" y="271"/>
                  </a:lnTo>
                  <a:lnTo>
                    <a:pt x="79" y="270"/>
                  </a:lnTo>
                  <a:lnTo>
                    <a:pt x="72" y="269"/>
                  </a:lnTo>
                  <a:lnTo>
                    <a:pt x="67" y="266"/>
                  </a:lnTo>
                  <a:lnTo>
                    <a:pt x="62" y="264"/>
                  </a:lnTo>
                  <a:lnTo>
                    <a:pt x="57" y="261"/>
                  </a:lnTo>
                  <a:lnTo>
                    <a:pt x="52" y="258"/>
                  </a:lnTo>
                  <a:lnTo>
                    <a:pt x="48" y="254"/>
                  </a:lnTo>
                  <a:lnTo>
                    <a:pt x="44" y="249"/>
                  </a:lnTo>
                  <a:lnTo>
                    <a:pt x="41" y="245"/>
                  </a:lnTo>
                  <a:lnTo>
                    <a:pt x="38" y="240"/>
                  </a:lnTo>
                  <a:lnTo>
                    <a:pt x="35" y="234"/>
                  </a:lnTo>
                  <a:lnTo>
                    <a:pt x="33" y="229"/>
                  </a:lnTo>
                  <a:lnTo>
                    <a:pt x="32" y="224"/>
                  </a:lnTo>
                  <a:lnTo>
                    <a:pt x="30" y="217"/>
                  </a:lnTo>
                  <a:lnTo>
                    <a:pt x="30" y="211"/>
                  </a:lnTo>
                  <a:lnTo>
                    <a:pt x="30" y="15"/>
                  </a:lnTo>
                  <a:lnTo>
                    <a:pt x="30" y="12"/>
                  </a:lnTo>
                  <a:lnTo>
                    <a:pt x="29" y="9"/>
                  </a:lnTo>
                  <a:lnTo>
                    <a:pt x="28" y="7"/>
                  </a:lnTo>
                  <a:lnTo>
                    <a:pt x="26" y="5"/>
                  </a:lnTo>
                  <a:lnTo>
                    <a:pt x="24" y="3"/>
                  </a:lnTo>
                  <a:lnTo>
                    <a:pt x="21" y="2"/>
                  </a:lnTo>
                  <a:lnTo>
                    <a:pt x="19" y="0"/>
                  </a:lnTo>
                  <a:lnTo>
                    <a:pt x="15" y="0"/>
                  </a:lnTo>
                  <a:lnTo>
                    <a:pt x="12" y="0"/>
                  </a:lnTo>
                  <a:lnTo>
                    <a:pt x="9" y="2"/>
                  </a:lnTo>
                  <a:lnTo>
                    <a:pt x="7" y="3"/>
                  </a:lnTo>
                  <a:lnTo>
                    <a:pt x="5" y="5"/>
                  </a:lnTo>
                  <a:lnTo>
                    <a:pt x="3" y="7"/>
                  </a:lnTo>
                  <a:lnTo>
                    <a:pt x="2" y="9"/>
                  </a:lnTo>
                  <a:lnTo>
                    <a:pt x="0" y="12"/>
                  </a:lnTo>
                  <a:lnTo>
                    <a:pt x="0" y="15"/>
                  </a:lnTo>
                  <a:lnTo>
                    <a:pt x="0" y="211"/>
                  </a:lnTo>
                  <a:lnTo>
                    <a:pt x="0" y="602"/>
                  </a:lnTo>
                  <a:lnTo>
                    <a:pt x="181" y="602"/>
                  </a:lnTo>
                  <a:lnTo>
                    <a:pt x="181" y="211"/>
                  </a:lnTo>
                  <a:lnTo>
                    <a:pt x="181" y="15"/>
                  </a:lnTo>
                  <a:lnTo>
                    <a:pt x="181" y="12"/>
                  </a:lnTo>
                  <a:lnTo>
                    <a:pt x="180" y="9"/>
                  </a:lnTo>
                  <a:lnTo>
                    <a:pt x="178" y="7"/>
                  </a:lnTo>
                  <a:lnTo>
                    <a:pt x="176" y="5"/>
                  </a:lnTo>
                  <a:lnTo>
                    <a:pt x="174" y="3"/>
                  </a:lnTo>
                  <a:lnTo>
                    <a:pt x="172" y="2"/>
                  </a:lnTo>
                  <a:lnTo>
                    <a:pt x="169" y="0"/>
                  </a:lnTo>
                  <a:lnTo>
                    <a:pt x="16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7" name="Rectangle 718">
              <a:extLst>
                <a:ext uri="{FF2B5EF4-FFF2-40B4-BE49-F238E27FC236}">
                  <a16:creationId xmlns:a16="http://schemas.microsoft.com/office/drawing/2014/main" id="{CB587A79-A690-4BE1-9A7B-D4D179008449}"/>
                </a:ext>
              </a:extLst>
            </p:cNvPr>
            <p:cNvSpPr>
              <a:spLocks noChangeArrowheads="1"/>
            </p:cNvSpPr>
            <p:nvPr/>
          </p:nvSpPr>
          <p:spPr bwMode="auto">
            <a:xfrm>
              <a:off x="2608263" y="2122488"/>
              <a:ext cx="57150" cy="190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8" name="Freeform 719">
              <a:extLst>
                <a:ext uri="{FF2B5EF4-FFF2-40B4-BE49-F238E27FC236}">
                  <a16:creationId xmlns:a16="http://schemas.microsoft.com/office/drawing/2014/main" id="{9B27E552-9858-46C0-912C-4365788798C8}"/>
                </a:ext>
              </a:extLst>
            </p:cNvPr>
            <p:cNvSpPr>
              <a:spLocks/>
            </p:cNvSpPr>
            <p:nvPr/>
          </p:nvSpPr>
          <p:spPr bwMode="auto">
            <a:xfrm>
              <a:off x="2608263" y="2151063"/>
              <a:ext cx="57150" cy="57150"/>
            </a:xfrm>
            <a:custGeom>
              <a:avLst/>
              <a:gdLst>
                <a:gd name="T0" fmla="*/ 0 w 181"/>
                <a:gd name="T1" fmla="*/ 91 h 182"/>
                <a:gd name="T2" fmla="*/ 0 w 181"/>
                <a:gd name="T3" fmla="*/ 100 h 182"/>
                <a:gd name="T4" fmla="*/ 3 w 181"/>
                <a:gd name="T5" fmla="*/ 110 h 182"/>
                <a:gd name="T6" fmla="*/ 5 w 181"/>
                <a:gd name="T7" fmla="*/ 118 h 182"/>
                <a:gd name="T8" fmla="*/ 8 w 181"/>
                <a:gd name="T9" fmla="*/ 126 h 182"/>
                <a:gd name="T10" fmla="*/ 11 w 181"/>
                <a:gd name="T11" fmla="*/ 134 h 182"/>
                <a:gd name="T12" fmla="*/ 15 w 181"/>
                <a:gd name="T13" fmla="*/ 142 h 182"/>
                <a:gd name="T14" fmla="*/ 21 w 181"/>
                <a:gd name="T15" fmla="*/ 148 h 182"/>
                <a:gd name="T16" fmla="*/ 27 w 181"/>
                <a:gd name="T17" fmla="*/ 155 h 182"/>
                <a:gd name="T18" fmla="*/ 34 w 181"/>
                <a:gd name="T19" fmla="*/ 161 h 182"/>
                <a:gd name="T20" fmla="*/ 40 w 181"/>
                <a:gd name="T21" fmla="*/ 165 h 182"/>
                <a:gd name="T22" fmla="*/ 48 w 181"/>
                <a:gd name="T23" fmla="*/ 171 h 182"/>
                <a:gd name="T24" fmla="*/ 55 w 181"/>
                <a:gd name="T25" fmla="*/ 174 h 182"/>
                <a:gd name="T26" fmla="*/ 64 w 181"/>
                <a:gd name="T27" fmla="*/ 177 h 182"/>
                <a:gd name="T28" fmla="*/ 72 w 181"/>
                <a:gd name="T29" fmla="*/ 179 h 182"/>
                <a:gd name="T30" fmla="*/ 82 w 181"/>
                <a:gd name="T31" fmla="*/ 181 h 182"/>
                <a:gd name="T32" fmla="*/ 91 w 181"/>
                <a:gd name="T33" fmla="*/ 182 h 182"/>
                <a:gd name="T34" fmla="*/ 100 w 181"/>
                <a:gd name="T35" fmla="*/ 181 h 182"/>
                <a:gd name="T36" fmla="*/ 109 w 181"/>
                <a:gd name="T37" fmla="*/ 179 h 182"/>
                <a:gd name="T38" fmla="*/ 117 w 181"/>
                <a:gd name="T39" fmla="*/ 177 h 182"/>
                <a:gd name="T40" fmla="*/ 126 w 181"/>
                <a:gd name="T41" fmla="*/ 174 h 182"/>
                <a:gd name="T42" fmla="*/ 133 w 181"/>
                <a:gd name="T43" fmla="*/ 171 h 182"/>
                <a:gd name="T44" fmla="*/ 141 w 181"/>
                <a:gd name="T45" fmla="*/ 165 h 182"/>
                <a:gd name="T46" fmla="*/ 148 w 181"/>
                <a:gd name="T47" fmla="*/ 161 h 182"/>
                <a:gd name="T48" fmla="*/ 155 w 181"/>
                <a:gd name="T49" fmla="*/ 155 h 182"/>
                <a:gd name="T50" fmla="*/ 160 w 181"/>
                <a:gd name="T51" fmla="*/ 148 h 182"/>
                <a:gd name="T52" fmla="*/ 166 w 181"/>
                <a:gd name="T53" fmla="*/ 142 h 182"/>
                <a:gd name="T54" fmla="*/ 170 w 181"/>
                <a:gd name="T55" fmla="*/ 134 h 182"/>
                <a:gd name="T56" fmla="*/ 174 w 181"/>
                <a:gd name="T57" fmla="*/ 126 h 182"/>
                <a:gd name="T58" fmla="*/ 177 w 181"/>
                <a:gd name="T59" fmla="*/ 118 h 182"/>
                <a:gd name="T60" fmla="*/ 180 w 181"/>
                <a:gd name="T61" fmla="*/ 110 h 182"/>
                <a:gd name="T62" fmla="*/ 181 w 181"/>
                <a:gd name="T63" fmla="*/ 100 h 182"/>
                <a:gd name="T64" fmla="*/ 181 w 181"/>
                <a:gd name="T65" fmla="*/ 91 h 182"/>
                <a:gd name="T66" fmla="*/ 181 w 181"/>
                <a:gd name="T67" fmla="*/ 0 h 182"/>
                <a:gd name="T68" fmla="*/ 0 w 181"/>
                <a:gd name="T69" fmla="*/ 0 h 182"/>
                <a:gd name="T70" fmla="*/ 0 w 181"/>
                <a:gd name="T71" fmla="*/ 91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1" h="182">
                  <a:moveTo>
                    <a:pt x="0" y="91"/>
                  </a:moveTo>
                  <a:lnTo>
                    <a:pt x="0" y="100"/>
                  </a:lnTo>
                  <a:lnTo>
                    <a:pt x="3" y="110"/>
                  </a:lnTo>
                  <a:lnTo>
                    <a:pt x="5" y="118"/>
                  </a:lnTo>
                  <a:lnTo>
                    <a:pt x="8" y="126"/>
                  </a:lnTo>
                  <a:lnTo>
                    <a:pt x="11" y="134"/>
                  </a:lnTo>
                  <a:lnTo>
                    <a:pt x="15" y="142"/>
                  </a:lnTo>
                  <a:lnTo>
                    <a:pt x="21" y="148"/>
                  </a:lnTo>
                  <a:lnTo>
                    <a:pt x="27" y="155"/>
                  </a:lnTo>
                  <a:lnTo>
                    <a:pt x="34" y="161"/>
                  </a:lnTo>
                  <a:lnTo>
                    <a:pt x="40" y="165"/>
                  </a:lnTo>
                  <a:lnTo>
                    <a:pt x="48" y="171"/>
                  </a:lnTo>
                  <a:lnTo>
                    <a:pt x="55" y="174"/>
                  </a:lnTo>
                  <a:lnTo>
                    <a:pt x="64" y="177"/>
                  </a:lnTo>
                  <a:lnTo>
                    <a:pt x="72" y="179"/>
                  </a:lnTo>
                  <a:lnTo>
                    <a:pt x="82" y="181"/>
                  </a:lnTo>
                  <a:lnTo>
                    <a:pt x="91" y="182"/>
                  </a:lnTo>
                  <a:lnTo>
                    <a:pt x="100" y="181"/>
                  </a:lnTo>
                  <a:lnTo>
                    <a:pt x="109" y="179"/>
                  </a:lnTo>
                  <a:lnTo>
                    <a:pt x="117" y="177"/>
                  </a:lnTo>
                  <a:lnTo>
                    <a:pt x="126" y="174"/>
                  </a:lnTo>
                  <a:lnTo>
                    <a:pt x="133" y="171"/>
                  </a:lnTo>
                  <a:lnTo>
                    <a:pt x="141" y="165"/>
                  </a:lnTo>
                  <a:lnTo>
                    <a:pt x="148" y="161"/>
                  </a:lnTo>
                  <a:lnTo>
                    <a:pt x="155" y="155"/>
                  </a:lnTo>
                  <a:lnTo>
                    <a:pt x="160" y="148"/>
                  </a:lnTo>
                  <a:lnTo>
                    <a:pt x="166" y="142"/>
                  </a:lnTo>
                  <a:lnTo>
                    <a:pt x="170" y="134"/>
                  </a:lnTo>
                  <a:lnTo>
                    <a:pt x="174" y="126"/>
                  </a:lnTo>
                  <a:lnTo>
                    <a:pt x="177" y="118"/>
                  </a:lnTo>
                  <a:lnTo>
                    <a:pt x="180" y="110"/>
                  </a:lnTo>
                  <a:lnTo>
                    <a:pt x="181" y="100"/>
                  </a:lnTo>
                  <a:lnTo>
                    <a:pt x="181" y="91"/>
                  </a:lnTo>
                  <a:lnTo>
                    <a:pt x="181" y="0"/>
                  </a:lnTo>
                  <a:lnTo>
                    <a:pt x="0" y="0"/>
                  </a:lnTo>
                  <a:lnTo>
                    <a:pt x="0"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720">
              <a:extLst>
                <a:ext uri="{FF2B5EF4-FFF2-40B4-BE49-F238E27FC236}">
                  <a16:creationId xmlns:a16="http://schemas.microsoft.com/office/drawing/2014/main" id="{445A4A3C-20C5-4624-9209-D11A75CEC9B9}"/>
                </a:ext>
              </a:extLst>
            </p:cNvPr>
            <p:cNvSpPr>
              <a:spLocks/>
            </p:cNvSpPr>
            <p:nvPr/>
          </p:nvSpPr>
          <p:spPr bwMode="auto">
            <a:xfrm>
              <a:off x="2632075" y="1930400"/>
              <a:ext cx="9525" cy="57150"/>
            </a:xfrm>
            <a:custGeom>
              <a:avLst/>
              <a:gdLst>
                <a:gd name="T0" fmla="*/ 15 w 30"/>
                <a:gd name="T1" fmla="*/ 181 h 181"/>
                <a:gd name="T2" fmla="*/ 18 w 30"/>
                <a:gd name="T3" fmla="*/ 181 h 181"/>
                <a:gd name="T4" fmla="*/ 21 w 30"/>
                <a:gd name="T5" fmla="*/ 180 h 181"/>
                <a:gd name="T6" fmla="*/ 23 w 30"/>
                <a:gd name="T7" fmla="*/ 179 h 181"/>
                <a:gd name="T8" fmla="*/ 25 w 30"/>
                <a:gd name="T9" fmla="*/ 176 h 181"/>
                <a:gd name="T10" fmla="*/ 27 w 30"/>
                <a:gd name="T11" fmla="*/ 174 h 181"/>
                <a:gd name="T12" fmla="*/ 28 w 30"/>
                <a:gd name="T13" fmla="*/ 172 h 181"/>
                <a:gd name="T14" fmla="*/ 30 w 30"/>
                <a:gd name="T15" fmla="*/ 169 h 181"/>
                <a:gd name="T16" fmla="*/ 30 w 30"/>
                <a:gd name="T17" fmla="*/ 166 h 181"/>
                <a:gd name="T18" fmla="*/ 30 w 30"/>
                <a:gd name="T19" fmla="*/ 16 h 181"/>
                <a:gd name="T20" fmla="*/ 30 w 30"/>
                <a:gd name="T21" fmla="*/ 12 h 181"/>
                <a:gd name="T22" fmla="*/ 28 w 30"/>
                <a:gd name="T23" fmla="*/ 9 h 181"/>
                <a:gd name="T24" fmla="*/ 27 w 30"/>
                <a:gd name="T25" fmla="*/ 7 h 181"/>
                <a:gd name="T26" fmla="*/ 25 w 30"/>
                <a:gd name="T27" fmla="*/ 5 h 181"/>
                <a:gd name="T28" fmla="*/ 23 w 30"/>
                <a:gd name="T29" fmla="*/ 3 h 181"/>
                <a:gd name="T30" fmla="*/ 21 w 30"/>
                <a:gd name="T31" fmla="*/ 2 h 181"/>
                <a:gd name="T32" fmla="*/ 18 w 30"/>
                <a:gd name="T33" fmla="*/ 0 h 181"/>
                <a:gd name="T34" fmla="*/ 15 w 30"/>
                <a:gd name="T35" fmla="*/ 0 h 181"/>
                <a:gd name="T36" fmla="*/ 11 w 30"/>
                <a:gd name="T37" fmla="*/ 0 h 181"/>
                <a:gd name="T38" fmla="*/ 9 w 30"/>
                <a:gd name="T39" fmla="*/ 2 h 181"/>
                <a:gd name="T40" fmla="*/ 6 w 30"/>
                <a:gd name="T41" fmla="*/ 3 h 181"/>
                <a:gd name="T42" fmla="*/ 4 w 30"/>
                <a:gd name="T43" fmla="*/ 5 h 181"/>
                <a:gd name="T44" fmla="*/ 2 w 30"/>
                <a:gd name="T45" fmla="*/ 7 h 181"/>
                <a:gd name="T46" fmla="*/ 1 w 30"/>
                <a:gd name="T47" fmla="*/ 9 h 181"/>
                <a:gd name="T48" fmla="*/ 0 w 30"/>
                <a:gd name="T49" fmla="*/ 12 h 181"/>
                <a:gd name="T50" fmla="*/ 0 w 30"/>
                <a:gd name="T51" fmla="*/ 16 h 181"/>
                <a:gd name="T52" fmla="*/ 0 w 30"/>
                <a:gd name="T53" fmla="*/ 166 h 181"/>
                <a:gd name="T54" fmla="*/ 0 w 30"/>
                <a:gd name="T55" fmla="*/ 169 h 181"/>
                <a:gd name="T56" fmla="*/ 1 w 30"/>
                <a:gd name="T57" fmla="*/ 172 h 181"/>
                <a:gd name="T58" fmla="*/ 2 w 30"/>
                <a:gd name="T59" fmla="*/ 174 h 181"/>
                <a:gd name="T60" fmla="*/ 4 w 30"/>
                <a:gd name="T61" fmla="*/ 176 h 181"/>
                <a:gd name="T62" fmla="*/ 6 w 30"/>
                <a:gd name="T63" fmla="*/ 179 h 181"/>
                <a:gd name="T64" fmla="*/ 9 w 30"/>
                <a:gd name="T65" fmla="*/ 180 h 181"/>
                <a:gd name="T66" fmla="*/ 11 w 30"/>
                <a:gd name="T67" fmla="*/ 181 h 181"/>
                <a:gd name="T68" fmla="*/ 15 w 30"/>
                <a:gd name="T69" fmla="*/ 181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 h="181">
                  <a:moveTo>
                    <a:pt x="15" y="181"/>
                  </a:moveTo>
                  <a:lnTo>
                    <a:pt x="18" y="181"/>
                  </a:lnTo>
                  <a:lnTo>
                    <a:pt x="21" y="180"/>
                  </a:lnTo>
                  <a:lnTo>
                    <a:pt x="23" y="179"/>
                  </a:lnTo>
                  <a:lnTo>
                    <a:pt x="25" y="176"/>
                  </a:lnTo>
                  <a:lnTo>
                    <a:pt x="27" y="174"/>
                  </a:lnTo>
                  <a:lnTo>
                    <a:pt x="28" y="172"/>
                  </a:lnTo>
                  <a:lnTo>
                    <a:pt x="30" y="169"/>
                  </a:lnTo>
                  <a:lnTo>
                    <a:pt x="30" y="166"/>
                  </a:lnTo>
                  <a:lnTo>
                    <a:pt x="30" y="16"/>
                  </a:lnTo>
                  <a:lnTo>
                    <a:pt x="30" y="12"/>
                  </a:lnTo>
                  <a:lnTo>
                    <a:pt x="28" y="9"/>
                  </a:lnTo>
                  <a:lnTo>
                    <a:pt x="27" y="7"/>
                  </a:lnTo>
                  <a:lnTo>
                    <a:pt x="25" y="5"/>
                  </a:lnTo>
                  <a:lnTo>
                    <a:pt x="23" y="3"/>
                  </a:lnTo>
                  <a:lnTo>
                    <a:pt x="21" y="2"/>
                  </a:lnTo>
                  <a:lnTo>
                    <a:pt x="18" y="0"/>
                  </a:lnTo>
                  <a:lnTo>
                    <a:pt x="15" y="0"/>
                  </a:lnTo>
                  <a:lnTo>
                    <a:pt x="11" y="0"/>
                  </a:lnTo>
                  <a:lnTo>
                    <a:pt x="9" y="2"/>
                  </a:lnTo>
                  <a:lnTo>
                    <a:pt x="6" y="3"/>
                  </a:lnTo>
                  <a:lnTo>
                    <a:pt x="4" y="5"/>
                  </a:lnTo>
                  <a:lnTo>
                    <a:pt x="2" y="7"/>
                  </a:lnTo>
                  <a:lnTo>
                    <a:pt x="1" y="9"/>
                  </a:lnTo>
                  <a:lnTo>
                    <a:pt x="0" y="12"/>
                  </a:lnTo>
                  <a:lnTo>
                    <a:pt x="0" y="16"/>
                  </a:lnTo>
                  <a:lnTo>
                    <a:pt x="0" y="166"/>
                  </a:lnTo>
                  <a:lnTo>
                    <a:pt x="0" y="169"/>
                  </a:lnTo>
                  <a:lnTo>
                    <a:pt x="1" y="172"/>
                  </a:lnTo>
                  <a:lnTo>
                    <a:pt x="2" y="174"/>
                  </a:lnTo>
                  <a:lnTo>
                    <a:pt x="4" y="176"/>
                  </a:lnTo>
                  <a:lnTo>
                    <a:pt x="6" y="179"/>
                  </a:lnTo>
                  <a:lnTo>
                    <a:pt x="9" y="180"/>
                  </a:lnTo>
                  <a:lnTo>
                    <a:pt x="11" y="181"/>
                  </a:lnTo>
                  <a:lnTo>
                    <a:pt x="15"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0" name="Freeform 1671" descr="Icon of check mark. ">
            <a:extLst>
              <a:ext uri="{FF2B5EF4-FFF2-40B4-BE49-F238E27FC236}">
                <a16:creationId xmlns:a16="http://schemas.microsoft.com/office/drawing/2014/main" id="{1A4AFC64-5C16-40F4-BDFA-E62EE3AAEA23}"/>
              </a:ext>
            </a:extLst>
          </p:cNvPr>
          <p:cNvSpPr>
            <a:spLocks noEditPoints="1"/>
          </p:cNvSpPr>
          <p:nvPr/>
        </p:nvSpPr>
        <p:spPr bwMode="auto">
          <a:xfrm>
            <a:off x="6963181" y="2902974"/>
            <a:ext cx="380334" cy="380334"/>
          </a:xfrm>
          <a:custGeom>
            <a:avLst/>
            <a:gdLst>
              <a:gd name="T0" fmla="*/ 279 w 719"/>
              <a:gd name="T1" fmla="*/ 477 h 719"/>
              <a:gd name="T2" fmla="*/ 197 w 719"/>
              <a:gd name="T3" fmla="*/ 387 h 719"/>
              <a:gd name="T4" fmla="*/ 217 w 719"/>
              <a:gd name="T5" fmla="*/ 382 h 719"/>
              <a:gd name="T6" fmla="*/ 515 w 719"/>
              <a:gd name="T7" fmla="*/ 243 h 719"/>
              <a:gd name="T8" fmla="*/ 519 w 719"/>
              <a:gd name="T9" fmla="*/ 263 h 719"/>
              <a:gd name="T10" fmla="*/ 709 w 719"/>
              <a:gd name="T11" fmla="*/ 323 h 719"/>
              <a:gd name="T12" fmla="*/ 687 w 719"/>
              <a:gd name="T13" fmla="*/ 289 h 719"/>
              <a:gd name="T14" fmla="*/ 696 w 719"/>
              <a:gd name="T15" fmla="*/ 243 h 719"/>
              <a:gd name="T16" fmla="*/ 675 w 719"/>
              <a:gd name="T17" fmla="*/ 199 h 719"/>
              <a:gd name="T18" fmla="*/ 631 w 719"/>
              <a:gd name="T19" fmla="*/ 179 h 719"/>
              <a:gd name="T20" fmla="*/ 630 w 719"/>
              <a:gd name="T21" fmla="*/ 131 h 719"/>
              <a:gd name="T22" fmla="*/ 603 w 719"/>
              <a:gd name="T23" fmla="*/ 98 h 719"/>
              <a:gd name="T24" fmla="*/ 569 w 719"/>
              <a:gd name="T25" fmla="*/ 87 h 719"/>
              <a:gd name="T26" fmla="*/ 536 w 719"/>
              <a:gd name="T27" fmla="*/ 70 h 719"/>
              <a:gd name="T28" fmla="*/ 507 w 719"/>
              <a:gd name="T29" fmla="*/ 34 h 719"/>
              <a:gd name="T30" fmla="*/ 458 w 719"/>
              <a:gd name="T31" fmla="*/ 25 h 719"/>
              <a:gd name="T32" fmla="*/ 418 w 719"/>
              <a:gd name="T33" fmla="*/ 31 h 719"/>
              <a:gd name="T34" fmla="*/ 380 w 719"/>
              <a:gd name="T35" fmla="*/ 4 h 719"/>
              <a:gd name="T36" fmla="*/ 331 w 719"/>
              <a:gd name="T37" fmla="*/ 7 h 719"/>
              <a:gd name="T38" fmla="*/ 296 w 719"/>
              <a:gd name="T39" fmla="*/ 39 h 719"/>
              <a:gd name="T40" fmla="*/ 251 w 719"/>
              <a:gd name="T41" fmla="*/ 24 h 719"/>
              <a:gd name="T42" fmla="*/ 205 w 719"/>
              <a:gd name="T43" fmla="*/ 39 h 719"/>
              <a:gd name="T44" fmla="*/ 180 w 719"/>
              <a:gd name="T45" fmla="*/ 79 h 719"/>
              <a:gd name="T46" fmla="*/ 142 w 719"/>
              <a:gd name="T47" fmla="*/ 88 h 719"/>
              <a:gd name="T48" fmla="*/ 111 w 719"/>
              <a:gd name="T49" fmla="*/ 102 h 719"/>
              <a:gd name="T50" fmla="*/ 86 w 719"/>
              <a:gd name="T51" fmla="*/ 141 h 719"/>
              <a:gd name="T52" fmla="*/ 78 w 719"/>
              <a:gd name="T53" fmla="*/ 180 h 719"/>
              <a:gd name="T54" fmla="*/ 37 w 719"/>
              <a:gd name="T55" fmla="*/ 207 h 719"/>
              <a:gd name="T56" fmla="*/ 22 w 719"/>
              <a:gd name="T57" fmla="*/ 252 h 719"/>
              <a:gd name="T58" fmla="*/ 38 w 719"/>
              <a:gd name="T59" fmla="*/ 296 h 719"/>
              <a:gd name="T60" fmla="*/ 6 w 719"/>
              <a:gd name="T61" fmla="*/ 332 h 719"/>
              <a:gd name="T62" fmla="*/ 3 w 719"/>
              <a:gd name="T63" fmla="*/ 380 h 719"/>
              <a:gd name="T64" fmla="*/ 31 w 719"/>
              <a:gd name="T65" fmla="*/ 420 h 719"/>
              <a:gd name="T66" fmla="*/ 23 w 719"/>
              <a:gd name="T67" fmla="*/ 460 h 719"/>
              <a:gd name="T68" fmla="*/ 32 w 719"/>
              <a:gd name="T69" fmla="*/ 507 h 719"/>
              <a:gd name="T70" fmla="*/ 68 w 719"/>
              <a:gd name="T71" fmla="*/ 538 h 719"/>
              <a:gd name="T72" fmla="*/ 85 w 719"/>
              <a:gd name="T73" fmla="*/ 571 h 719"/>
              <a:gd name="T74" fmla="*/ 106 w 719"/>
              <a:gd name="T75" fmla="*/ 615 h 719"/>
              <a:gd name="T76" fmla="*/ 135 w 719"/>
              <a:gd name="T77" fmla="*/ 633 h 719"/>
              <a:gd name="T78" fmla="*/ 177 w 719"/>
              <a:gd name="T79" fmla="*/ 633 h 719"/>
              <a:gd name="T80" fmla="*/ 197 w 719"/>
              <a:gd name="T81" fmla="*/ 676 h 719"/>
              <a:gd name="T82" fmla="*/ 242 w 719"/>
              <a:gd name="T83" fmla="*/ 698 h 719"/>
              <a:gd name="T84" fmla="*/ 288 w 719"/>
              <a:gd name="T85" fmla="*/ 687 h 719"/>
              <a:gd name="T86" fmla="*/ 322 w 719"/>
              <a:gd name="T87" fmla="*/ 709 h 719"/>
              <a:gd name="T88" fmla="*/ 370 w 719"/>
              <a:gd name="T89" fmla="*/ 719 h 719"/>
              <a:gd name="T90" fmla="*/ 412 w 719"/>
              <a:gd name="T91" fmla="*/ 697 h 719"/>
              <a:gd name="T92" fmla="*/ 449 w 719"/>
              <a:gd name="T93" fmla="*/ 695 h 719"/>
              <a:gd name="T94" fmla="*/ 497 w 719"/>
              <a:gd name="T95" fmla="*/ 693 h 719"/>
              <a:gd name="T96" fmla="*/ 533 w 719"/>
              <a:gd name="T97" fmla="*/ 661 h 719"/>
              <a:gd name="T98" fmla="*/ 563 w 719"/>
              <a:gd name="T99" fmla="*/ 635 h 719"/>
              <a:gd name="T100" fmla="*/ 597 w 719"/>
              <a:gd name="T101" fmla="*/ 628 h 719"/>
              <a:gd name="T102" fmla="*/ 626 w 719"/>
              <a:gd name="T103" fmla="*/ 599 h 719"/>
              <a:gd name="T104" fmla="*/ 634 w 719"/>
              <a:gd name="T105" fmla="*/ 551 h 719"/>
              <a:gd name="T106" fmla="*/ 668 w 719"/>
              <a:gd name="T107" fmla="*/ 528 h 719"/>
              <a:gd name="T108" fmla="*/ 694 w 719"/>
              <a:gd name="T109" fmla="*/ 488 h 719"/>
              <a:gd name="T110" fmla="*/ 691 w 719"/>
              <a:gd name="T111" fmla="*/ 441 h 719"/>
              <a:gd name="T112" fmla="*/ 703 w 719"/>
              <a:gd name="T113" fmla="*/ 406 h 719"/>
              <a:gd name="T114" fmla="*/ 719 w 719"/>
              <a:gd name="T115" fmla="*/ 360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19" h="719">
                <a:moveTo>
                  <a:pt x="519" y="263"/>
                </a:moveTo>
                <a:lnTo>
                  <a:pt x="292" y="475"/>
                </a:lnTo>
                <a:lnTo>
                  <a:pt x="288" y="477"/>
                </a:lnTo>
                <a:lnTo>
                  <a:pt x="285" y="479"/>
                </a:lnTo>
                <a:lnTo>
                  <a:pt x="279" y="477"/>
                </a:lnTo>
                <a:lnTo>
                  <a:pt x="276" y="475"/>
                </a:lnTo>
                <a:lnTo>
                  <a:pt x="200" y="400"/>
                </a:lnTo>
                <a:lnTo>
                  <a:pt x="197" y="396"/>
                </a:lnTo>
                <a:lnTo>
                  <a:pt x="196" y="391"/>
                </a:lnTo>
                <a:lnTo>
                  <a:pt x="197" y="387"/>
                </a:lnTo>
                <a:lnTo>
                  <a:pt x="200" y="382"/>
                </a:lnTo>
                <a:lnTo>
                  <a:pt x="204" y="380"/>
                </a:lnTo>
                <a:lnTo>
                  <a:pt x="208" y="379"/>
                </a:lnTo>
                <a:lnTo>
                  <a:pt x="213" y="380"/>
                </a:lnTo>
                <a:lnTo>
                  <a:pt x="217" y="382"/>
                </a:lnTo>
                <a:lnTo>
                  <a:pt x="285" y="450"/>
                </a:lnTo>
                <a:lnTo>
                  <a:pt x="502" y="247"/>
                </a:lnTo>
                <a:lnTo>
                  <a:pt x="507" y="243"/>
                </a:lnTo>
                <a:lnTo>
                  <a:pt x="511" y="243"/>
                </a:lnTo>
                <a:lnTo>
                  <a:pt x="515" y="243"/>
                </a:lnTo>
                <a:lnTo>
                  <a:pt x="520" y="247"/>
                </a:lnTo>
                <a:lnTo>
                  <a:pt x="522" y="251"/>
                </a:lnTo>
                <a:lnTo>
                  <a:pt x="523" y="255"/>
                </a:lnTo>
                <a:lnTo>
                  <a:pt x="522" y="260"/>
                </a:lnTo>
                <a:lnTo>
                  <a:pt x="519" y="263"/>
                </a:lnTo>
                <a:close/>
                <a:moveTo>
                  <a:pt x="719" y="360"/>
                </a:moveTo>
                <a:lnTo>
                  <a:pt x="719" y="350"/>
                </a:lnTo>
                <a:lnTo>
                  <a:pt x="716" y="341"/>
                </a:lnTo>
                <a:lnTo>
                  <a:pt x="713" y="332"/>
                </a:lnTo>
                <a:lnTo>
                  <a:pt x="709" y="323"/>
                </a:lnTo>
                <a:lnTo>
                  <a:pt x="703" y="315"/>
                </a:lnTo>
                <a:lnTo>
                  <a:pt x="696" y="308"/>
                </a:lnTo>
                <a:lnTo>
                  <a:pt x="689" y="302"/>
                </a:lnTo>
                <a:lnTo>
                  <a:pt x="681" y="296"/>
                </a:lnTo>
                <a:lnTo>
                  <a:pt x="687" y="289"/>
                </a:lnTo>
                <a:lnTo>
                  <a:pt x="691" y="280"/>
                </a:lnTo>
                <a:lnTo>
                  <a:pt x="694" y="271"/>
                </a:lnTo>
                <a:lnTo>
                  <a:pt x="696" y="262"/>
                </a:lnTo>
                <a:lnTo>
                  <a:pt x="696" y="252"/>
                </a:lnTo>
                <a:lnTo>
                  <a:pt x="696" y="243"/>
                </a:lnTo>
                <a:lnTo>
                  <a:pt x="694" y="233"/>
                </a:lnTo>
                <a:lnTo>
                  <a:pt x="692" y="223"/>
                </a:lnTo>
                <a:lnTo>
                  <a:pt x="688" y="215"/>
                </a:lnTo>
                <a:lnTo>
                  <a:pt x="682" y="207"/>
                </a:lnTo>
                <a:lnTo>
                  <a:pt x="675" y="199"/>
                </a:lnTo>
                <a:lnTo>
                  <a:pt x="668" y="193"/>
                </a:lnTo>
                <a:lnTo>
                  <a:pt x="660" y="188"/>
                </a:lnTo>
                <a:lnTo>
                  <a:pt x="651" y="184"/>
                </a:lnTo>
                <a:lnTo>
                  <a:pt x="641" y="180"/>
                </a:lnTo>
                <a:lnTo>
                  <a:pt x="631" y="179"/>
                </a:lnTo>
                <a:lnTo>
                  <a:pt x="634" y="169"/>
                </a:lnTo>
                <a:lnTo>
                  <a:pt x="635" y="161"/>
                </a:lnTo>
                <a:lnTo>
                  <a:pt x="635" y="151"/>
                </a:lnTo>
                <a:lnTo>
                  <a:pt x="632" y="141"/>
                </a:lnTo>
                <a:lnTo>
                  <a:pt x="630" y="131"/>
                </a:lnTo>
                <a:lnTo>
                  <a:pt x="626" y="122"/>
                </a:lnTo>
                <a:lnTo>
                  <a:pt x="620" y="114"/>
                </a:lnTo>
                <a:lnTo>
                  <a:pt x="614" y="106"/>
                </a:lnTo>
                <a:lnTo>
                  <a:pt x="608" y="102"/>
                </a:lnTo>
                <a:lnTo>
                  <a:pt x="603" y="98"/>
                </a:lnTo>
                <a:lnTo>
                  <a:pt x="597" y="94"/>
                </a:lnTo>
                <a:lnTo>
                  <a:pt x="590" y="91"/>
                </a:lnTo>
                <a:lnTo>
                  <a:pt x="584" y="89"/>
                </a:lnTo>
                <a:lnTo>
                  <a:pt x="577" y="88"/>
                </a:lnTo>
                <a:lnTo>
                  <a:pt x="569" y="87"/>
                </a:lnTo>
                <a:lnTo>
                  <a:pt x="563" y="85"/>
                </a:lnTo>
                <a:lnTo>
                  <a:pt x="552" y="87"/>
                </a:lnTo>
                <a:lnTo>
                  <a:pt x="542" y="89"/>
                </a:lnTo>
                <a:lnTo>
                  <a:pt x="540" y="79"/>
                </a:lnTo>
                <a:lnTo>
                  <a:pt x="536" y="70"/>
                </a:lnTo>
                <a:lnTo>
                  <a:pt x="533" y="61"/>
                </a:lnTo>
                <a:lnTo>
                  <a:pt x="528" y="53"/>
                </a:lnTo>
                <a:lnTo>
                  <a:pt x="522" y="46"/>
                </a:lnTo>
                <a:lnTo>
                  <a:pt x="514" y="39"/>
                </a:lnTo>
                <a:lnTo>
                  <a:pt x="507" y="34"/>
                </a:lnTo>
                <a:lnTo>
                  <a:pt x="497" y="28"/>
                </a:lnTo>
                <a:lnTo>
                  <a:pt x="488" y="26"/>
                </a:lnTo>
                <a:lnTo>
                  <a:pt x="478" y="24"/>
                </a:lnTo>
                <a:lnTo>
                  <a:pt x="468" y="24"/>
                </a:lnTo>
                <a:lnTo>
                  <a:pt x="458" y="25"/>
                </a:lnTo>
                <a:lnTo>
                  <a:pt x="449" y="27"/>
                </a:lnTo>
                <a:lnTo>
                  <a:pt x="440" y="29"/>
                </a:lnTo>
                <a:lnTo>
                  <a:pt x="431" y="34"/>
                </a:lnTo>
                <a:lnTo>
                  <a:pt x="424" y="39"/>
                </a:lnTo>
                <a:lnTo>
                  <a:pt x="418" y="31"/>
                </a:lnTo>
                <a:lnTo>
                  <a:pt x="412" y="24"/>
                </a:lnTo>
                <a:lnTo>
                  <a:pt x="405" y="17"/>
                </a:lnTo>
                <a:lnTo>
                  <a:pt x="397" y="11"/>
                </a:lnTo>
                <a:lnTo>
                  <a:pt x="388" y="7"/>
                </a:lnTo>
                <a:lnTo>
                  <a:pt x="380" y="4"/>
                </a:lnTo>
                <a:lnTo>
                  <a:pt x="370" y="2"/>
                </a:lnTo>
                <a:lnTo>
                  <a:pt x="360" y="0"/>
                </a:lnTo>
                <a:lnTo>
                  <a:pt x="350" y="2"/>
                </a:lnTo>
                <a:lnTo>
                  <a:pt x="340" y="4"/>
                </a:lnTo>
                <a:lnTo>
                  <a:pt x="331" y="7"/>
                </a:lnTo>
                <a:lnTo>
                  <a:pt x="322" y="11"/>
                </a:lnTo>
                <a:lnTo>
                  <a:pt x="314" y="17"/>
                </a:lnTo>
                <a:lnTo>
                  <a:pt x="307" y="24"/>
                </a:lnTo>
                <a:lnTo>
                  <a:pt x="301" y="31"/>
                </a:lnTo>
                <a:lnTo>
                  <a:pt x="296" y="39"/>
                </a:lnTo>
                <a:lnTo>
                  <a:pt x="288" y="34"/>
                </a:lnTo>
                <a:lnTo>
                  <a:pt x="279" y="29"/>
                </a:lnTo>
                <a:lnTo>
                  <a:pt x="270" y="27"/>
                </a:lnTo>
                <a:lnTo>
                  <a:pt x="260" y="25"/>
                </a:lnTo>
                <a:lnTo>
                  <a:pt x="251" y="24"/>
                </a:lnTo>
                <a:lnTo>
                  <a:pt x="242" y="24"/>
                </a:lnTo>
                <a:lnTo>
                  <a:pt x="232" y="26"/>
                </a:lnTo>
                <a:lnTo>
                  <a:pt x="222" y="28"/>
                </a:lnTo>
                <a:lnTo>
                  <a:pt x="213" y="34"/>
                </a:lnTo>
                <a:lnTo>
                  <a:pt x="205" y="39"/>
                </a:lnTo>
                <a:lnTo>
                  <a:pt x="197" y="46"/>
                </a:lnTo>
                <a:lnTo>
                  <a:pt x="192" y="52"/>
                </a:lnTo>
                <a:lnTo>
                  <a:pt x="186" y="61"/>
                </a:lnTo>
                <a:lnTo>
                  <a:pt x="182" y="69"/>
                </a:lnTo>
                <a:lnTo>
                  <a:pt x="180" y="79"/>
                </a:lnTo>
                <a:lnTo>
                  <a:pt x="177" y="89"/>
                </a:lnTo>
                <a:lnTo>
                  <a:pt x="168" y="87"/>
                </a:lnTo>
                <a:lnTo>
                  <a:pt x="156" y="85"/>
                </a:lnTo>
                <a:lnTo>
                  <a:pt x="149" y="87"/>
                </a:lnTo>
                <a:lnTo>
                  <a:pt x="142" y="88"/>
                </a:lnTo>
                <a:lnTo>
                  <a:pt x="135" y="89"/>
                </a:lnTo>
                <a:lnTo>
                  <a:pt x="129" y="91"/>
                </a:lnTo>
                <a:lnTo>
                  <a:pt x="122" y="94"/>
                </a:lnTo>
                <a:lnTo>
                  <a:pt x="117" y="98"/>
                </a:lnTo>
                <a:lnTo>
                  <a:pt x="111" y="102"/>
                </a:lnTo>
                <a:lnTo>
                  <a:pt x="106" y="106"/>
                </a:lnTo>
                <a:lnTo>
                  <a:pt x="99" y="114"/>
                </a:lnTo>
                <a:lnTo>
                  <a:pt x="94" y="122"/>
                </a:lnTo>
                <a:lnTo>
                  <a:pt x="89" y="131"/>
                </a:lnTo>
                <a:lnTo>
                  <a:pt x="86" y="141"/>
                </a:lnTo>
                <a:lnTo>
                  <a:pt x="85" y="151"/>
                </a:lnTo>
                <a:lnTo>
                  <a:pt x="85" y="161"/>
                </a:lnTo>
                <a:lnTo>
                  <a:pt x="85" y="169"/>
                </a:lnTo>
                <a:lnTo>
                  <a:pt x="87" y="179"/>
                </a:lnTo>
                <a:lnTo>
                  <a:pt x="78" y="180"/>
                </a:lnTo>
                <a:lnTo>
                  <a:pt x="68" y="184"/>
                </a:lnTo>
                <a:lnTo>
                  <a:pt x="59" y="188"/>
                </a:lnTo>
                <a:lnTo>
                  <a:pt x="52" y="193"/>
                </a:lnTo>
                <a:lnTo>
                  <a:pt x="44" y="199"/>
                </a:lnTo>
                <a:lnTo>
                  <a:pt x="37" y="207"/>
                </a:lnTo>
                <a:lnTo>
                  <a:pt x="32" y="215"/>
                </a:lnTo>
                <a:lnTo>
                  <a:pt x="27" y="223"/>
                </a:lnTo>
                <a:lnTo>
                  <a:pt x="24" y="233"/>
                </a:lnTo>
                <a:lnTo>
                  <a:pt x="23" y="243"/>
                </a:lnTo>
                <a:lnTo>
                  <a:pt x="22" y="252"/>
                </a:lnTo>
                <a:lnTo>
                  <a:pt x="23" y="262"/>
                </a:lnTo>
                <a:lnTo>
                  <a:pt x="25" y="271"/>
                </a:lnTo>
                <a:lnTo>
                  <a:pt x="28" y="280"/>
                </a:lnTo>
                <a:lnTo>
                  <a:pt x="33" y="289"/>
                </a:lnTo>
                <a:lnTo>
                  <a:pt x="38" y="296"/>
                </a:lnTo>
                <a:lnTo>
                  <a:pt x="31" y="302"/>
                </a:lnTo>
                <a:lnTo>
                  <a:pt x="23" y="308"/>
                </a:lnTo>
                <a:lnTo>
                  <a:pt x="16" y="315"/>
                </a:lnTo>
                <a:lnTo>
                  <a:pt x="11" y="323"/>
                </a:lnTo>
                <a:lnTo>
                  <a:pt x="6" y="332"/>
                </a:lnTo>
                <a:lnTo>
                  <a:pt x="3" y="341"/>
                </a:lnTo>
                <a:lnTo>
                  <a:pt x="1" y="350"/>
                </a:lnTo>
                <a:lnTo>
                  <a:pt x="0" y="360"/>
                </a:lnTo>
                <a:lnTo>
                  <a:pt x="1" y="370"/>
                </a:lnTo>
                <a:lnTo>
                  <a:pt x="3" y="380"/>
                </a:lnTo>
                <a:lnTo>
                  <a:pt x="6" y="389"/>
                </a:lnTo>
                <a:lnTo>
                  <a:pt x="11" y="398"/>
                </a:lnTo>
                <a:lnTo>
                  <a:pt x="16" y="406"/>
                </a:lnTo>
                <a:lnTo>
                  <a:pt x="23" y="413"/>
                </a:lnTo>
                <a:lnTo>
                  <a:pt x="31" y="420"/>
                </a:lnTo>
                <a:lnTo>
                  <a:pt x="38" y="424"/>
                </a:lnTo>
                <a:lnTo>
                  <a:pt x="33" y="433"/>
                </a:lnTo>
                <a:lnTo>
                  <a:pt x="28" y="441"/>
                </a:lnTo>
                <a:lnTo>
                  <a:pt x="25" y="450"/>
                </a:lnTo>
                <a:lnTo>
                  <a:pt x="23" y="460"/>
                </a:lnTo>
                <a:lnTo>
                  <a:pt x="22" y="470"/>
                </a:lnTo>
                <a:lnTo>
                  <a:pt x="23" y="479"/>
                </a:lnTo>
                <a:lnTo>
                  <a:pt x="24" y="488"/>
                </a:lnTo>
                <a:lnTo>
                  <a:pt x="27" y="498"/>
                </a:lnTo>
                <a:lnTo>
                  <a:pt x="32" y="507"/>
                </a:lnTo>
                <a:lnTo>
                  <a:pt x="37" y="515"/>
                </a:lnTo>
                <a:lnTo>
                  <a:pt x="44" y="523"/>
                </a:lnTo>
                <a:lnTo>
                  <a:pt x="52" y="528"/>
                </a:lnTo>
                <a:lnTo>
                  <a:pt x="59" y="534"/>
                </a:lnTo>
                <a:lnTo>
                  <a:pt x="68" y="538"/>
                </a:lnTo>
                <a:lnTo>
                  <a:pt x="78" y="540"/>
                </a:lnTo>
                <a:lnTo>
                  <a:pt x="87" y="543"/>
                </a:lnTo>
                <a:lnTo>
                  <a:pt x="85" y="551"/>
                </a:lnTo>
                <a:lnTo>
                  <a:pt x="85" y="561"/>
                </a:lnTo>
                <a:lnTo>
                  <a:pt x="85" y="571"/>
                </a:lnTo>
                <a:lnTo>
                  <a:pt x="86" y="580"/>
                </a:lnTo>
                <a:lnTo>
                  <a:pt x="89" y="590"/>
                </a:lnTo>
                <a:lnTo>
                  <a:pt x="94" y="599"/>
                </a:lnTo>
                <a:lnTo>
                  <a:pt x="99" y="608"/>
                </a:lnTo>
                <a:lnTo>
                  <a:pt x="106" y="615"/>
                </a:lnTo>
                <a:lnTo>
                  <a:pt x="111" y="620"/>
                </a:lnTo>
                <a:lnTo>
                  <a:pt x="117" y="624"/>
                </a:lnTo>
                <a:lnTo>
                  <a:pt x="122" y="628"/>
                </a:lnTo>
                <a:lnTo>
                  <a:pt x="129" y="631"/>
                </a:lnTo>
                <a:lnTo>
                  <a:pt x="135" y="633"/>
                </a:lnTo>
                <a:lnTo>
                  <a:pt x="142" y="634"/>
                </a:lnTo>
                <a:lnTo>
                  <a:pt x="149" y="635"/>
                </a:lnTo>
                <a:lnTo>
                  <a:pt x="156" y="635"/>
                </a:lnTo>
                <a:lnTo>
                  <a:pt x="168" y="635"/>
                </a:lnTo>
                <a:lnTo>
                  <a:pt x="177" y="633"/>
                </a:lnTo>
                <a:lnTo>
                  <a:pt x="180" y="643"/>
                </a:lnTo>
                <a:lnTo>
                  <a:pt x="182" y="652"/>
                </a:lnTo>
                <a:lnTo>
                  <a:pt x="186" y="661"/>
                </a:lnTo>
                <a:lnTo>
                  <a:pt x="192" y="668"/>
                </a:lnTo>
                <a:lnTo>
                  <a:pt x="197" y="676"/>
                </a:lnTo>
                <a:lnTo>
                  <a:pt x="205" y="683"/>
                </a:lnTo>
                <a:lnTo>
                  <a:pt x="213" y="688"/>
                </a:lnTo>
                <a:lnTo>
                  <a:pt x="222" y="693"/>
                </a:lnTo>
                <a:lnTo>
                  <a:pt x="232" y="696"/>
                </a:lnTo>
                <a:lnTo>
                  <a:pt x="242" y="698"/>
                </a:lnTo>
                <a:lnTo>
                  <a:pt x="251" y="698"/>
                </a:lnTo>
                <a:lnTo>
                  <a:pt x="260" y="697"/>
                </a:lnTo>
                <a:lnTo>
                  <a:pt x="270" y="695"/>
                </a:lnTo>
                <a:lnTo>
                  <a:pt x="279" y="692"/>
                </a:lnTo>
                <a:lnTo>
                  <a:pt x="288" y="687"/>
                </a:lnTo>
                <a:lnTo>
                  <a:pt x="296" y="682"/>
                </a:lnTo>
                <a:lnTo>
                  <a:pt x="301" y="689"/>
                </a:lnTo>
                <a:lnTo>
                  <a:pt x="307" y="697"/>
                </a:lnTo>
                <a:lnTo>
                  <a:pt x="314" y="704"/>
                </a:lnTo>
                <a:lnTo>
                  <a:pt x="322" y="709"/>
                </a:lnTo>
                <a:lnTo>
                  <a:pt x="331" y="714"/>
                </a:lnTo>
                <a:lnTo>
                  <a:pt x="340" y="717"/>
                </a:lnTo>
                <a:lnTo>
                  <a:pt x="350" y="719"/>
                </a:lnTo>
                <a:lnTo>
                  <a:pt x="360" y="719"/>
                </a:lnTo>
                <a:lnTo>
                  <a:pt x="370" y="719"/>
                </a:lnTo>
                <a:lnTo>
                  <a:pt x="380" y="717"/>
                </a:lnTo>
                <a:lnTo>
                  <a:pt x="388" y="714"/>
                </a:lnTo>
                <a:lnTo>
                  <a:pt x="397" y="709"/>
                </a:lnTo>
                <a:lnTo>
                  <a:pt x="405" y="704"/>
                </a:lnTo>
                <a:lnTo>
                  <a:pt x="412" y="697"/>
                </a:lnTo>
                <a:lnTo>
                  <a:pt x="418" y="689"/>
                </a:lnTo>
                <a:lnTo>
                  <a:pt x="424" y="682"/>
                </a:lnTo>
                <a:lnTo>
                  <a:pt x="431" y="687"/>
                </a:lnTo>
                <a:lnTo>
                  <a:pt x="440" y="692"/>
                </a:lnTo>
                <a:lnTo>
                  <a:pt x="449" y="695"/>
                </a:lnTo>
                <a:lnTo>
                  <a:pt x="458" y="697"/>
                </a:lnTo>
                <a:lnTo>
                  <a:pt x="468" y="698"/>
                </a:lnTo>
                <a:lnTo>
                  <a:pt x="478" y="698"/>
                </a:lnTo>
                <a:lnTo>
                  <a:pt x="488" y="696"/>
                </a:lnTo>
                <a:lnTo>
                  <a:pt x="497" y="693"/>
                </a:lnTo>
                <a:lnTo>
                  <a:pt x="507" y="688"/>
                </a:lnTo>
                <a:lnTo>
                  <a:pt x="514" y="683"/>
                </a:lnTo>
                <a:lnTo>
                  <a:pt x="522" y="676"/>
                </a:lnTo>
                <a:lnTo>
                  <a:pt x="528" y="668"/>
                </a:lnTo>
                <a:lnTo>
                  <a:pt x="533" y="661"/>
                </a:lnTo>
                <a:lnTo>
                  <a:pt x="536" y="652"/>
                </a:lnTo>
                <a:lnTo>
                  <a:pt x="540" y="643"/>
                </a:lnTo>
                <a:lnTo>
                  <a:pt x="541" y="633"/>
                </a:lnTo>
                <a:lnTo>
                  <a:pt x="552" y="635"/>
                </a:lnTo>
                <a:lnTo>
                  <a:pt x="563" y="635"/>
                </a:lnTo>
                <a:lnTo>
                  <a:pt x="569" y="635"/>
                </a:lnTo>
                <a:lnTo>
                  <a:pt x="577" y="634"/>
                </a:lnTo>
                <a:lnTo>
                  <a:pt x="584" y="633"/>
                </a:lnTo>
                <a:lnTo>
                  <a:pt x="590" y="631"/>
                </a:lnTo>
                <a:lnTo>
                  <a:pt x="597" y="628"/>
                </a:lnTo>
                <a:lnTo>
                  <a:pt x="603" y="624"/>
                </a:lnTo>
                <a:lnTo>
                  <a:pt x="608" y="620"/>
                </a:lnTo>
                <a:lnTo>
                  <a:pt x="614" y="615"/>
                </a:lnTo>
                <a:lnTo>
                  <a:pt x="620" y="608"/>
                </a:lnTo>
                <a:lnTo>
                  <a:pt x="626" y="599"/>
                </a:lnTo>
                <a:lnTo>
                  <a:pt x="630" y="590"/>
                </a:lnTo>
                <a:lnTo>
                  <a:pt x="632" y="580"/>
                </a:lnTo>
                <a:lnTo>
                  <a:pt x="635" y="571"/>
                </a:lnTo>
                <a:lnTo>
                  <a:pt x="635" y="561"/>
                </a:lnTo>
                <a:lnTo>
                  <a:pt x="634" y="551"/>
                </a:lnTo>
                <a:lnTo>
                  <a:pt x="631" y="543"/>
                </a:lnTo>
                <a:lnTo>
                  <a:pt x="641" y="540"/>
                </a:lnTo>
                <a:lnTo>
                  <a:pt x="651" y="538"/>
                </a:lnTo>
                <a:lnTo>
                  <a:pt x="660" y="534"/>
                </a:lnTo>
                <a:lnTo>
                  <a:pt x="668" y="528"/>
                </a:lnTo>
                <a:lnTo>
                  <a:pt x="675" y="523"/>
                </a:lnTo>
                <a:lnTo>
                  <a:pt x="682" y="515"/>
                </a:lnTo>
                <a:lnTo>
                  <a:pt x="688" y="507"/>
                </a:lnTo>
                <a:lnTo>
                  <a:pt x="692" y="498"/>
                </a:lnTo>
                <a:lnTo>
                  <a:pt x="694" y="488"/>
                </a:lnTo>
                <a:lnTo>
                  <a:pt x="696" y="479"/>
                </a:lnTo>
                <a:lnTo>
                  <a:pt x="698" y="470"/>
                </a:lnTo>
                <a:lnTo>
                  <a:pt x="696" y="460"/>
                </a:lnTo>
                <a:lnTo>
                  <a:pt x="694" y="450"/>
                </a:lnTo>
                <a:lnTo>
                  <a:pt x="691" y="441"/>
                </a:lnTo>
                <a:lnTo>
                  <a:pt x="687" y="433"/>
                </a:lnTo>
                <a:lnTo>
                  <a:pt x="681" y="424"/>
                </a:lnTo>
                <a:lnTo>
                  <a:pt x="689" y="420"/>
                </a:lnTo>
                <a:lnTo>
                  <a:pt x="696" y="413"/>
                </a:lnTo>
                <a:lnTo>
                  <a:pt x="703" y="406"/>
                </a:lnTo>
                <a:lnTo>
                  <a:pt x="709" y="398"/>
                </a:lnTo>
                <a:lnTo>
                  <a:pt x="713" y="389"/>
                </a:lnTo>
                <a:lnTo>
                  <a:pt x="716" y="380"/>
                </a:lnTo>
                <a:lnTo>
                  <a:pt x="719" y="370"/>
                </a:lnTo>
                <a:lnTo>
                  <a:pt x="719" y="360"/>
                </a:ln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1" name="Freeform 3850" descr="Icon of lightning. ">
            <a:extLst>
              <a:ext uri="{FF2B5EF4-FFF2-40B4-BE49-F238E27FC236}">
                <a16:creationId xmlns:a16="http://schemas.microsoft.com/office/drawing/2014/main" id="{4F438411-AB3F-41D1-B7B0-3BD67465A272}"/>
              </a:ext>
            </a:extLst>
          </p:cNvPr>
          <p:cNvSpPr>
            <a:spLocks/>
          </p:cNvSpPr>
          <p:nvPr/>
        </p:nvSpPr>
        <p:spPr bwMode="auto">
          <a:xfrm>
            <a:off x="4904481" y="4108092"/>
            <a:ext cx="268346" cy="380334"/>
          </a:xfrm>
          <a:custGeom>
            <a:avLst/>
            <a:gdLst>
              <a:gd name="T0" fmla="*/ 635 w 636"/>
              <a:gd name="T1" fmla="*/ 369 h 901"/>
              <a:gd name="T2" fmla="*/ 632 w 636"/>
              <a:gd name="T3" fmla="*/ 365 h 901"/>
              <a:gd name="T4" fmla="*/ 629 w 636"/>
              <a:gd name="T5" fmla="*/ 362 h 901"/>
              <a:gd name="T6" fmla="*/ 625 w 636"/>
              <a:gd name="T7" fmla="*/ 360 h 901"/>
              <a:gd name="T8" fmla="*/ 621 w 636"/>
              <a:gd name="T9" fmla="*/ 360 h 901"/>
              <a:gd name="T10" fmla="*/ 337 w 636"/>
              <a:gd name="T11" fmla="*/ 360 h 901"/>
              <a:gd name="T12" fmla="*/ 409 w 636"/>
              <a:gd name="T13" fmla="*/ 17 h 901"/>
              <a:gd name="T14" fmla="*/ 409 w 636"/>
              <a:gd name="T15" fmla="*/ 13 h 901"/>
              <a:gd name="T16" fmla="*/ 408 w 636"/>
              <a:gd name="T17" fmla="*/ 7 h 901"/>
              <a:gd name="T18" fmla="*/ 405 w 636"/>
              <a:gd name="T19" fmla="*/ 3 h 901"/>
              <a:gd name="T20" fmla="*/ 400 w 636"/>
              <a:gd name="T21" fmla="*/ 1 h 901"/>
              <a:gd name="T22" fmla="*/ 395 w 636"/>
              <a:gd name="T23" fmla="*/ 0 h 901"/>
              <a:gd name="T24" fmla="*/ 390 w 636"/>
              <a:gd name="T25" fmla="*/ 0 h 901"/>
              <a:gd name="T26" fmla="*/ 385 w 636"/>
              <a:gd name="T27" fmla="*/ 2 h 901"/>
              <a:gd name="T28" fmla="*/ 382 w 636"/>
              <a:gd name="T29" fmla="*/ 6 h 901"/>
              <a:gd name="T30" fmla="*/ 2 w 636"/>
              <a:gd name="T31" fmla="*/ 547 h 901"/>
              <a:gd name="T32" fmla="*/ 1 w 636"/>
              <a:gd name="T33" fmla="*/ 550 h 901"/>
              <a:gd name="T34" fmla="*/ 0 w 636"/>
              <a:gd name="T35" fmla="*/ 554 h 901"/>
              <a:gd name="T36" fmla="*/ 0 w 636"/>
              <a:gd name="T37" fmla="*/ 559 h 901"/>
              <a:gd name="T38" fmla="*/ 1 w 636"/>
              <a:gd name="T39" fmla="*/ 562 h 901"/>
              <a:gd name="T40" fmla="*/ 4 w 636"/>
              <a:gd name="T41" fmla="*/ 566 h 901"/>
              <a:gd name="T42" fmla="*/ 8 w 636"/>
              <a:gd name="T43" fmla="*/ 568 h 901"/>
              <a:gd name="T44" fmla="*/ 11 w 636"/>
              <a:gd name="T45" fmla="*/ 569 h 901"/>
              <a:gd name="T46" fmla="*/ 15 w 636"/>
              <a:gd name="T47" fmla="*/ 570 h 901"/>
              <a:gd name="T48" fmla="*/ 299 w 636"/>
              <a:gd name="T49" fmla="*/ 570 h 901"/>
              <a:gd name="T50" fmla="*/ 228 w 636"/>
              <a:gd name="T51" fmla="*/ 882 h 901"/>
              <a:gd name="T52" fmla="*/ 228 w 636"/>
              <a:gd name="T53" fmla="*/ 888 h 901"/>
              <a:gd name="T54" fmla="*/ 229 w 636"/>
              <a:gd name="T55" fmla="*/ 892 h 901"/>
              <a:gd name="T56" fmla="*/ 232 w 636"/>
              <a:gd name="T57" fmla="*/ 896 h 901"/>
              <a:gd name="T58" fmla="*/ 236 w 636"/>
              <a:gd name="T59" fmla="*/ 900 h 901"/>
              <a:gd name="T60" fmla="*/ 239 w 636"/>
              <a:gd name="T61" fmla="*/ 901 h 901"/>
              <a:gd name="T62" fmla="*/ 243 w 636"/>
              <a:gd name="T63" fmla="*/ 901 h 901"/>
              <a:gd name="T64" fmla="*/ 246 w 636"/>
              <a:gd name="T65" fmla="*/ 901 h 901"/>
              <a:gd name="T66" fmla="*/ 249 w 636"/>
              <a:gd name="T67" fmla="*/ 900 h 901"/>
              <a:gd name="T68" fmla="*/ 252 w 636"/>
              <a:gd name="T69" fmla="*/ 897 h 901"/>
              <a:gd name="T70" fmla="*/ 254 w 636"/>
              <a:gd name="T71" fmla="*/ 895 h 901"/>
              <a:gd name="T72" fmla="*/ 633 w 636"/>
              <a:gd name="T73" fmla="*/ 384 h 901"/>
              <a:gd name="T74" fmla="*/ 635 w 636"/>
              <a:gd name="T75" fmla="*/ 381 h 901"/>
              <a:gd name="T76" fmla="*/ 636 w 636"/>
              <a:gd name="T77" fmla="*/ 376 h 901"/>
              <a:gd name="T78" fmla="*/ 636 w 636"/>
              <a:gd name="T79" fmla="*/ 372 h 901"/>
              <a:gd name="T80" fmla="*/ 635 w 636"/>
              <a:gd name="T81" fmla="*/ 369 h 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36" h="901">
                <a:moveTo>
                  <a:pt x="635" y="369"/>
                </a:moveTo>
                <a:lnTo>
                  <a:pt x="632" y="365"/>
                </a:lnTo>
                <a:lnTo>
                  <a:pt x="629" y="362"/>
                </a:lnTo>
                <a:lnTo>
                  <a:pt x="625" y="360"/>
                </a:lnTo>
                <a:lnTo>
                  <a:pt x="621" y="360"/>
                </a:lnTo>
                <a:lnTo>
                  <a:pt x="337" y="360"/>
                </a:lnTo>
                <a:lnTo>
                  <a:pt x="409" y="17"/>
                </a:lnTo>
                <a:lnTo>
                  <a:pt x="409" y="13"/>
                </a:lnTo>
                <a:lnTo>
                  <a:pt x="408" y="7"/>
                </a:lnTo>
                <a:lnTo>
                  <a:pt x="405" y="3"/>
                </a:lnTo>
                <a:lnTo>
                  <a:pt x="400" y="1"/>
                </a:lnTo>
                <a:lnTo>
                  <a:pt x="395" y="0"/>
                </a:lnTo>
                <a:lnTo>
                  <a:pt x="390" y="0"/>
                </a:lnTo>
                <a:lnTo>
                  <a:pt x="385" y="2"/>
                </a:lnTo>
                <a:lnTo>
                  <a:pt x="382" y="6"/>
                </a:lnTo>
                <a:lnTo>
                  <a:pt x="2" y="547"/>
                </a:lnTo>
                <a:lnTo>
                  <a:pt x="1" y="550"/>
                </a:lnTo>
                <a:lnTo>
                  <a:pt x="0" y="554"/>
                </a:lnTo>
                <a:lnTo>
                  <a:pt x="0" y="559"/>
                </a:lnTo>
                <a:lnTo>
                  <a:pt x="1" y="562"/>
                </a:lnTo>
                <a:lnTo>
                  <a:pt x="4" y="566"/>
                </a:lnTo>
                <a:lnTo>
                  <a:pt x="8" y="568"/>
                </a:lnTo>
                <a:lnTo>
                  <a:pt x="11" y="569"/>
                </a:lnTo>
                <a:lnTo>
                  <a:pt x="15" y="570"/>
                </a:lnTo>
                <a:lnTo>
                  <a:pt x="299" y="570"/>
                </a:lnTo>
                <a:lnTo>
                  <a:pt x="228" y="882"/>
                </a:lnTo>
                <a:lnTo>
                  <a:pt x="228" y="888"/>
                </a:lnTo>
                <a:lnTo>
                  <a:pt x="229" y="892"/>
                </a:lnTo>
                <a:lnTo>
                  <a:pt x="232" y="896"/>
                </a:lnTo>
                <a:lnTo>
                  <a:pt x="236" y="900"/>
                </a:lnTo>
                <a:lnTo>
                  <a:pt x="239" y="901"/>
                </a:lnTo>
                <a:lnTo>
                  <a:pt x="243" y="901"/>
                </a:lnTo>
                <a:lnTo>
                  <a:pt x="246" y="901"/>
                </a:lnTo>
                <a:lnTo>
                  <a:pt x="249" y="900"/>
                </a:lnTo>
                <a:lnTo>
                  <a:pt x="252" y="897"/>
                </a:lnTo>
                <a:lnTo>
                  <a:pt x="254" y="895"/>
                </a:lnTo>
                <a:lnTo>
                  <a:pt x="633" y="384"/>
                </a:lnTo>
                <a:lnTo>
                  <a:pt x="635" y="381"/>
                </a:lnTo>
                <a:lnTo>
                  <a:pt x="636" y="376"/>
                </a:lnTo>
                <a:lnTo>
                  <a:pt x="636" y="372"/>
                </a:lnTo>
                <a:lnTo>
                  <a:pt x="635" y="369"/>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2" name="Freeform 3886" descr="Icon of magnifying glass to represent search. ">
            <a:extLst>
              <a:ext uri="{FF2B5EF4-FFF2-40B4-BE49-F238E27FC236}">
                <a16:creationId xmlns:a16="http://schemas.microsoft.com/office/drawing/2014/main" id="{EC8E95A8-22FE-44FA-B5A6-2AA2D47A5BB3}"/>
              </a:ext>
            </a:extLst>
          </p:cNvPr>
          <p:cNvSpPr>
            <a:spLocks noEditPoints="1"/>
          </p:cNvSpPr>
          <p:nvPr/>
        </p:nvSpPr>
        <p:spPr bwMode="auto">
          <a:xfrm>
            <a:off x="6257227" y="4108092"/>
            <a:ext cx="382447" cy="380334"/>
          </a:xfrm>
          <a:custGeom>
            <a:avLst/>
            <a:gdLst>
              <a:gd name="T0" fmla="*/ 268 w 902"/>
              <a:gd name="T1" fmla="*/ 575 h 901"/>
              <a:gd name="T2" fmla="*/ 207 w 902"/>
              <a:gd name="T3" fmla="*/ 555 h 901"/>
              <a:gd name="T4" fmla="*/ 155 w 902"/>
              <a:gd name="T5" fmla="*/ 520 h 901"/>
              <a:gd name="T6" fmla="*/ 112 w 902"/>
              <a:gd name="T7" fmla="*/ 475 h 901"/>
              <a:gd name="T8" fmla="*/ 81 w 902"/>
              <a:gd name="T9" fmla="*/ 422 h 901"/>
              <a:gd name="T10" fmla="*/ 64 w 902"/>
              <a:gd name="T11" fmla="*/ 360 h 901"/>
              <a:gd name="T12" fmla="*/ 61 w 902"/>
              <a:gd name="T13" fmla="*/ 294 h 901"/>
              <a:gd name="T14" fmla="*/ 76 w 902"/>
              <a:gd name="T15" fmla="*/ 231 h 901"/>
              <a:gd name="T16" fmla="*/ 104 w 902"/>
              <a:gd name="T17" fmla="*/ 175 h 901"/>
              <a:gd name="T18" fmla="*/ 145 w 902"/>
              <a:gd name="T19" fmla="*/ 128 h 901"/>
              <a:gd name="T20" fmla="*/ 197 w 902"/>
              <a:gd name="T21" fmla="*/ 92 h 901"/>
              <a:gd name="T22" fmla="*/ 256 w 902"/>
              <a:gd name="T23" fmla="*/ 69 h 901"/>
              <a:gd name="T24" fmla="*/ 320 w 902"/>
              <a:gd name="T25" fmla="*/ 60 h 901"/>
              <a:gd name="T26" fmla="*/ 385 w 902"/>
              <a:gd name="T27" fmla="*/ 69 h 901"/>
              <a:gd name="T28" fmla="*/ 444 w 902"/>
              <a:gd name="T29" fmla="*/ 92 h 901"/>
              <a:gd name="T30" fmla="*/ 495 w 902"/>
              <a:gd name="T31" fmla="*/ 128 h 901"/>
              <a:gd name="T32" fmla="*/ 537 w 902"/>
              <a:gd name="T33" fmla="*/ 175 h 901"/>
              <a:gd name="T34" fmla="*/ 564 w 902"/>
              <a:gd name="T35" fmla="*/ 231 h 901"/>
              <a:gd name="T36" fmla="*/ 579 w 902"/>
              <a:gd name="T37" fmla="*/ 294 h 901"/>
              <a:gd name="T38" fmla="*/ 577 w 902"/>
              <a:gd name="T39" fmla="*/ 360 h 901"/>
              <a:gd name="T40" fmla="*/ 560 w 902"/>
              <a:gd name="T41" fmla="*/ 422 h 901"/>
              <a:gd name="T42" fmla="*/ 529 w 902"/>
              <a:gd name="T43" fmla="*/ 475 h 901"/>
              <a:gd name="T44" fmla="*/ 486 w 902"/>
              <a:gd name="T45" fmla="*/ 520 h 901"/>
              <a:gd name="T46" fmla="*/ 432 w 902"/>
              <a:gd name="T47" fmla="*/ 555 h 901"/>
              <a:gd name="T48" fmla="*/ 372 w 902"/>
              <a:gd name="T49" fmla="*/ 575 h 901"/>
              <a:gd name="T50" fmla="*/ 320 w 902"/>
              <a:gd name="T51" fmla="*/ 580 h 901"/>
              <a:gd name="T52" fmla="*/ 591 w 902"/>
              <a:gd name="T53" fmla="*/ 491 h 901"/>
              <a:gd name="T54" fmla="*/ 621 w 902"/>
              <a:gd name="T55" fmla="*/ 430 h 901"/>
              <a:gd name="T56" fmla="*/ 637 w 902"/>
              <a:gd name="T57" fmla="*/ 363 h 901"/>
              <a:gd name="T58" fmla="*/ 638 w 902"/>
              <a:gd name="T59" fmla="*/ 288 h 901"/>
              <a:gd name="T60" fmla="*/ 621 w 902"/>
              <a:gd name="T61" fmla="*/ 211 h 901"/>
              <a:gd name="T62" fmla="*/ 586 w 902"/>
              <a:gd name="T63" fmla="*/ 142 h 901"/>
              <a:gd name="T64" fmla="*/ 535 w 902"/>
              <a:gd name="T65" fmla="*/ 83 h 901"/>
              <a:gd name="T66" fmla="*/ 473 w 902"/>
              <a:gd name="T67" fmla="*/ 39 h 901"/>
              <a:gd name="T68" fmla="*/ 400 w 902"/>
              <a:gd name="T69" fmla="*/ 10 h 901"/>
              <a:gd name="T70" fmla="*/ 320 w 902"/>
              <a:gd name="T71" fmla="*/ 0 h 901"/>
              <a:gd name="T72" fmla="*/ 241 w 902"/>
              <a:gd name="T73" fmla="*/ 10 h 901"/>
              <a:gd name="T74" fmla="*/ 168 w 902"/>
              <a:gd name="T75" fmla="*/ 39 h 901"/>
              <a:gd name="T76" fmla="*/ 105 w 902"/>
              <a:gd name="T77" fmla="*/ 83 h 901"/>
              <a:gd name="T78" fmla="*/ 55 w 902"/>
              <a:gd name="T79" fmla="*/ 142 h 901"/>
              <a:gd name="T80" fmla="*/ 20 w 902"/>
              <a:gd name="T81" fmla="*/ 211 h 901"/>
              <a:gd name="T82" fmla="*/ 1 w 902"/>
              <a:gd name="T83" fmla="*/ 288 h 901"/>
              <a:gd name="T84" fmla="*/ 3 w 902"/>
              <a:gd name="T85" fmla="*/ 369 h 901"/>
              <a:gd name="T86" fmla="*/ 25 w 902"/>
              <a:gd name="T87" fmla="*/ 445 h 901"/>
              <a:gd name="T88" fmla="*/ 64 w 902"/>
              <a:gd name="T89" fmla="*/ 512 h 901"/>
              <a:gd name="T90" fmla="*/ 117 w 902"/>
              <a:gd name="T91" fmla="*/ 568 h 901"/>
              <a:gd name="T92" fmla="*/ 182 w 902"/>
              <a:gd name="T93" fmla="*/ 608 h 901"/>
              <a:gd name="T94" fmla="*/ 256 w 902"/>
              <a:gd name="T95" fmla="*/ 634 h 901"/>
              <a:gd name="T96" fmla="*/ 335 w 902"/>
              <a:gd name="T97" fmla="*/ 641 h 901"/>
              <a:gd name="T98" fmla="*/ 405 w 902"/>
              <a:gd name="T99" fmla="*/ 630 h 901"/>
              <a:gd name="T100" fmla="*/ 468 w 902"/>
              <a:gd name="T101" fmla="*/ 604 h 901"/>
              <a:gd name="T102" fmla="*/ 525 w 902"/>
              <a:gd name="T103" fmla="*/ 567 h 901"/>
              <a:gd name="T104" fmla="*/ 871 w 902"/>
              <a:gd name="T105" fmla="*/ 901 h 901"/>
              <a:gd name="T106" fmla="*/ 897 w 902"/>
              <a:gd name="T107" fmla="*/ 888 h 901"/>
              <a:gd name="T108" fmla="*/ 899 w 902"/>
              <a:gd name="T109" fmla="*/ 860 h 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02" h="901">
                <a:moveTo>
                  <a:pt x="320" y="580"/>
                </a:moveTo>
                <a:lnTo>
                  <a:pt x="307" y="580"/>
                </a:lnTo>
                <a:lnTo>
                  <a:pt x="294" y="579"/>
                </a:lnTo>
                <a:lnTo>
                  <a:pt x="281" y="577"/>
                </a:lnTo>
                <a:lnTo>
                  <a:pt x="268" y="575"/>
                </a:lnTo>
                <a:lnTo>
                  <a:pt x="256" y="572"/>
                </a:lnTo>
                <a:lnTo>
                  <a:pt x="243" y="569"/>
                </a:lnTo>
                <a:lnTo>
                  <a:pt x="231" y="564"/>
                </a:lnTo>
                <a:lnTo>
                  <a:pt x="219" y="560"/>
                </a:lnTo>
                <a:lnTo>
                  <a:pt x="207" y="555"/>
                </a:lnTo>
                <a:lnTo>
                  <a:pt x="197" y="549"/>
                </a:lnTo>
                <a:lnTo>
                  <a:pt x="186" y="543"/>
                </a:lnTo>
                <a:lnTo>
                  <a:pt x="175" y="535"/>
                </a:lnTo>
                <a:lnTo>
                  <a:pt x="164" y="529"/>
                </a:lnTo>
                <a:lnTo>
                  <a:pt x="155" y="520"/>
                </a:lnTo>
                <a:lnTo>
                  <a:pt x="145" y="513"/>
                </a:lnTo>
                <a:lnTo>
                  <a:pt x="136" y="504"/>
                </a:lnTo>
                <a:lnTo>
                  <a:pt x="128" y="495"/>
                </a:lnTo>
                <a:lnTo>
                  <a:pt x="119" y="486"/>
                </a:lnTo>
                <a:lnTo>
                  <a:pt x="112" y="475"/>
                </a:lnTo>
                <a:lnTo>
                  <a:pt x="104" y="466"/>
                </a:lnTo>
                <a:lnTo>
                  <a:pt x="98" y="455"/>
                </a:lnTo>
                <a:lnTo>
                  <a:pt x="91" y="444"/>
                </a:lnTo>
                <a:lnTo>
                  <a:pt x="86" y="432"/>
                </a:lnTo>
                <a:lnTo>
                  <a:pt x="81" y="422"/>
                </a:lnTo>
                <a:lnTo>
                  <a:pt x="76" y="410"/>
                </a:lnTo>
                <a:lnTo>
                  <a:pt x="72" y="397"/>
                </a:lnTo>
                <a:lnTo>
                  <a:pt x="69" y="385"/>
                </a:lnTo>
                <a:lnTo>
                  <a:pt x="66" y="372"/>
                </a:lnTo>
                <a:lnTo>
                  <a:pt x="64" y="360"/>
                </a:lnTo>
                <a:lnTo>
                  <a:pt x="61" y="347"/>
                </a:lnTo>
                <a:lnTo>
                  <a:pt x="60" y="334"/>
                </a:lnTo>
                <a:lnTo>
                  <a:pt x="60" y="320"/>
                </a:lnTo>
                <a:lnTo>
                  <a:pt x="60" y="307"/>
                </a:lnTo>
                <a:lnTo>
                  <a:pt x="61" y="294"/>
                </a:lnTo>
                <a:lnTo>
                  <a:pt x="64" y="281"/>
                </a:lnTo>
                <a:lnTo>
                  <a:pt x="66" y="268"/>
                </a:lnTo>
                <a:lnTo>
                  <a:pt x="69" y="256"/>
                </a:lnTo>
                <a:lnTo>
                  <a:pt x="72" y="243"/>
                </a:lnTo>
                <a:lnTo>
                  <a:pt x="76" y="231"/>
                </a:lnTo>
                <a:lnTo>
                  <a:pt x="81" y="219"/>
                </a:lnTo>
                <a:lnTo>
                  <a:pt x="86" y="207"/>
                </a:lnTo>
                <a:lnTo>
                  <a:pt x="91" y="197"/>
                </a:lnTo>
                <a:lnTo>
                  <a:pt x="98" y="186"/>
                </a:lnTo>
                <a:lnTo>
                  <a:pt x="104" y="175"/>
                </a:lnTo>
                <a:lnTo>
                  <a:pt x="112" y="164"/>
                </a:lnTo>
                <a:lnTo>
                  <a:pt x="119" y="155"/>
                </a:lnTo>
                <a:lnTo>
                  <a:pt x="128" y="145"/>
                </a:lnTo>
                <a:lnTo>
                  <a:pt x="136" y="137"/>
                </a:lnTo>
                <a:lnTo>
                  <a:pt x="145" y="128"/>
                </a:lnTo>
                <a:lnTo>
                  <a:pt x="155" y="119"/>
                </a:lnTo>
                <a:lnTo>
                  <a:pt x="164" y="112"/>
                </a:lnTo>
                <a:lnTo>
                  <a:pt x="175" y="104"/>
                </a:lnTo>
                <a:lnTo>
                  <a:pt x="186" y="98"/>
                </a:lnTo>
                <a:lnTo>
                  <a:pt x="197" y="92"/>
                </a:lnTo>
                <a:lnTo>
                  <a:pt x="207" y="86"/>
                </a:lnTo>
                <a:lnTo>
                  <a:pt x="219" y="81"/>
                </a:lnTo>
                <a:lnTo>
                  <a:pt x="231" y="77"/>
                </a:lnTo>
                <a:lnTo>
                  <a:pt x="243" y="72"/>
                </a:lnTo>
                <a:lnTo>
                  <a:pt x="256" y="69"/>
                </a:lnTo>
                <a:lnTo>
                  <a:pt x="268" y="66"/>
                </a:lnTo>
                <a:lnTo>
                  <a:pt x="281" y="64"/>
                </a:lnTo>
                <a:lnTo>
                  <a:pt x="294" y="61"/>
                </a:lnTo>
                <a:lnTo>
                  <a:pt x="307" y="60"/>
                </a:lnTo>
                <a:lnTo>
                  <a:pt x="320" y="60"/>
                </a:lnTo>
                <a:lnTo>
                  <a:pt x="334" y="60"/>
                </a:lnTo>
                <a:lnTo>
                  <a:pt x="347" y="61"/>
                </a:lnTo>
                <a:lnTo>
                  <a:pt x="360" y="64"/>
                </a:lnTo>
                <a:lnTo>
                  <a:pt x="372" y="66"/>
                </a:lnTo>
                <a:lnTo>
                  <a:pt x="385" y="69"/>
                </a:lnTo>
                <a:lnTo>
                  <a:pt x="397" y="72"/>
                </a:lnTo>
                <a:lnTo>
                  <a:pt x="410" y="77"/>
                </a:lnTo>
                <a:lnTo>
                  <a:pt x="422" y="81"/>
                </a:lnTo>
                <a:lnTo>
                  <a:pt x="432" y="86"/>
                </a:lnTo>
                <a:lnTo>
                  <a:pt x="444" y="92"/>
                </a:lnTo>
                <a:lnTo>
                  <a:pt x="455" y="98"/>
                </a:lnTo>
                <a:lnTo>
                  <a:pt x="466" y="104"/>
                </a:lnTo>
                <a:lnTo>
                  <a:pt x="475" y="112"/>
                </a:lnTo>
                <a:lnTo>
                  <a:pt x="486" y="119"/>
                </a:lnTo>
                <a:lnTo>
                  <a:pt x="495" y="128"/>
                </a:lnTo>
                <a:lnTo>
                  <a:pt x="504" y="137"/>
                </a:lnTo>
                <a:lnTo>
                  <a:pt x="513" y="145"/>
                </a:lnTo>
                <a:lnTo>
                  <a:pt x="522" y="155"/>
                </a:lnTo>
                <a:lnTo>
                  <a:pt x="529" y="164"/>
                </a:lnTo>
                <a:lnTo>
                  <a:pt x="537" y="175"/>
                </a:lnTo>
                <a:lnTo>
                  <a:pt x="543" y="186"/>
                </a:lnTo>
                <a:lnTo>
                  <a:pt x="549" y="197"/>
                </a:lnTo>
                <a:lnTo>
                  <a:pt x="555" y="207"/>
                </a:lnTo>
                <a:lnTo>
                  <a:pt x="560" y="219"/>
                </a:lnTo>
                <a:lnTo>
                  <a:pt x="564" y="231"/>
                </a:lnTo>
                <a:lnTo>
                  <a:pt x="569" y="243"/>
                </a:lnTo>
                <a:lnTo>
                  <a:pt x="572" y="256"/>
                </a:lnTo>
                <a:lnTo>
                  <a:pt x="575" y="268"/>
                </a:lnTo>
                <a:lnTo>
                  <a:pt x="577" y="281"/>
                </a:lnTo>
                <a:lnTo>
                  <a:pt x="579" y="294"/>
                </a:lnTo>
                <a:lnTo>
                  <a:pt x="580" y="307"/>
                </a:lnTo>
                <a:lnTo>
                  <a:pt x="580" y="320"/>
                </a:lnTo>
                <a:lnTo>
                  <a:pt x="580" y="334"/>
                </a:lnTo>
                <a:lnTo>
                  <a:pt x="579" y="347"/>
                </a:lnTo>
                <a:lnTo>
                  <a:pt x="577" y="360"/>
                </a:lnTo>
                <a:lnTo>
                  <a:pt x="575" y="372"/>
                </a:lnTo>
                <a:lnTo>
                  <a:pt x="572" y="385"/>
                </a:lnTo>
                <a:lnTo>
                  <a:pt x="569" y="397"/>
                </a:lnTo>
                <a:lnTo>
                  <a:pt x="564" y="410"/>
                </a:lnTo>
                <a:lnTo>
                  <a:pt x="560" y="422"/>
                </a:lnTo>
                <a:lnTo>
                  <a:pt x="555" y="432"/>
                </a:lnTo>
                <a:lnTo>
                  <a:pt x="549" y="444"/>
                </a:lnTo>
                <a:lnTo>
                  <a:pt x="543" y="455"/>
                </a:lnTo>
                <a:lnTo>
                  <a:pt x="537" y="466"/>
                </a:lnTo>
                <a:lnTo>
                  <a:pt x="529" y="475"/>
                </a:lnTo>
                <a:lnTo>
                  <a:pt x="522" y="486"/>
                </a:lnTo>
                <a:lnTo>
                  <a:pt x="513" y="495"/>
                </a:lnTo>
                <a:lnTo>
                  <a:pt x="504" y="504"/>
                </a:lnTo>
                <a:lnTo>
                  <a:pt x="495" y="513"/>
                </a:lnTo>
                <a:lnTo>
                  <a:pt x="486" y="520"/>
                </a:lnTo>
                <a:lnTo>
                  <a:pt x="475" y="529"/>
                </a:lnTo>
                <a:lnTo>
                  <a:pt x="466" y="535"/>
                </a:lnTo>
                <a:lnTo>
                  <a:pt x="455" y="543"/>
                </a:lnTo>
                <a:lnTo>
                  <a:pt x="444" y="549"/>
                </a:lnTo>
                <a:lnTo>
                  <a:pt x="432" y="555"/>
                </a:lnTo>
                <a:lnTo>
                  <a:pt x="422" y="560"/>
                </a:lnTo>
                <a:lnTo>
                  <a:pt x="410" y="564"/>
                </a:lnTo>
                <a:lnTo>
                  <a:pt x="397" y="569"/>
                </a:lnTo>
                <a:lnTo>
                  <a:pt x="385" y="572"/>
                </a:lnTo>
                <a:lnTo>
                  <a:pt x="372" y="575"/>
                </a:lnTo>
                <a:lnTo>
                  <a:pt x="360" y="577"/>
                </a:lnTo>
                <a:lnTo>
                  <a:pt x="347" y="579"/>
                </a:lnTo>
                <a:lnTo>
                  <a:pt x="334" y="580"/>
                </a:lnTo>
                <a:lnTo>
                  <a:pt x="320" y="580"/>
                </a:lnTo>
                <a:lnTo>
                  <a:pt x="320" y="580"/>
                </a:lnTo>
                <a:close/>
                <a:moveTo>
                  <a:pt x="893" y="851"/>
                </a:moveTo>
                <a:lnTo>
                  <a:pt x="567" y="525"/>
                </a:lnTo>
                <a:lnTo>
                  <a:pt x="575" y="514"/>
                </a:lnTo>
                <a:lnTo>
                  <a:pt x="584" y="503"/>
                </a:lnTo>
                <a:lnTo>
                  <a:pt x="591" y="491"/>
                </a:lnTo>
                <a:lnTo>
                  <a:pt x="598" y="480"/>
                </a:lnTo>
                <a:lnTo>
                  <a:pt x="604" y="468"/>
                </a:lnTo>
                <a:lnTo>
                  <a:pt x="611" y="456"/>
                </a:lnTo>
                <a:lnTo>
                  <a:pt x="616" y="443"/>
                </a:lnTo>
                <a:lnTo>
                  <a:pt x="621" y="430"/>
                </a:lnTo>
                <a:lnTo>
                  <a:pt x="626" y="417"/>
                </a:lnTo>
                <a:lnTo>
                  <a:pt x="630" y="405"/>
                </a:lnTo>
                <a:lnTo>
                  <a:pt x="633" y="391"/>
                </a:lnTo>
                <a:lnTo>
                  <a:pt x="635" y="377"/>
                </a:lnTo>
                <a:lnTo>
                  <a:pt x="637" y="363"/>
                </a:lnTo>
                <a:lnTo>
                  <a:pt x="639" y="349"/>
                </a:lnTo>
                <a:lnTo>
                  <a:pt x="641" y="335"/>
                </a:lnTo>
                <a:lnTo>
                  <a:pt x="641" y="320"/>
                </a:lnTo>
                <a:lnTo>
                  <a:pt x="641" y="304"/>
                </a:lnTo>
                <a:lnTo>
                  <a:pt x="638" y="288"/>
                </a:lnTo>
                <a:lnTo>
                  <a:pt x="637" y="272"/>
                </a:lnTo>
                <a:lnTo>
                  <a:pt x="634" y="256"/>
                </a:lnTo>
                <a:lnTo>
                  <a:pt x="631" y="241"/>
                </a:lnTo>
                <a:lnTo>
                  <a:pt x="627" y="226"/>
                </a:lnTo>
                <a:lnTo>
                  <a:pt x="621" y="211"/>
                </a:lnTo>
                <a:lnTo>
                  <a:pt x="616" y="196"/>
                </a:lnTo>
                <a:lnTo>
                  <a:pt x="609" y="182"/>
                </a:lnTo>
                <a:lnTo>
                  <a:pt x="602" y="168"/>
                </a:lnTo>
                <a:lnTo>
                  <a:pt x="594" y="155"/>
                </a:lnTo>
                <a:lnTo>
                  <a:pt x="586" y="142"/>
                </a:lnTo>
                <a:lnTo>
                  <a:pt x="577" y="129"/>
                </a:lnTo>
                <a:lnTo>
                  <a:pt x="568" y="117"/>
                </a:lnTo>
                <a:lnTo>
                  <a:pt x="557" y="105"/>
                </a:lnTo>
                <a:lnTo>
                  <a:pt x="546" y="94"/>
                </a:lnTo>
                <a:lnTo>
                  <a:pt x="535" y="83"/>
                </a:lnTo>
                <a:lnTo>
                  <a:pt x="524" y="73"/>
                </a:lnTo>
                <a:lnTo>
                  <a:pt x="512" y="64"/>
                </a:lnTo>
                <a:lnTo>
                  <a:pt x="499" y="55"/>
                </a:lnTo>
                <a:lnTo>
                  <a:pt x="486" y="46"/>
                </a:lnTo>
                <a:lnTo>
                  <a:pt x="473" y="39"/>
                </a:lnTo>
                <a:lnTo>
                  <a:pt x="459" y="31"/>
                </a:lnTo>
                <a:lnTo>
                  <a:pt x="445" y="25"/>
                </a:lnTo>
                <a:lnTo>
                  <a:pt x="430" y="20"/>
                </a:lnTo>
                <a:lnTo>
                  <a:pt x="415" y="14"/>
                </a:lnTo>
                <a:lnTo>
                  <a:pt x="400" y="10"/>
                </a:lnTo>
                <a:lnTo>
                  <a:pt x="385" y="7"/>
                </a:lnTo>
                <a:lnTo>
                  <a:pt x="369" y="4"/>
                </a:lnTo>
                <a:lnTo>
                  <a:pt x="353" y="1"/>
                </a:lnTo>
                <a:lnTo>
                  <a:pt x="337" y="0"/>
                </a:lnTo>
                <a:lnTo>
                  <a:pt x="320" y="0"/>
                </a:lnTo>
                <a:lnTo>
                  <a:pt x="304" y="0"/>
                </a:lnTo>
                <a:lnTo>
                  <a:pt x="288" y="1"/>
                </a:lnTo>
                <a:lnTo>
                  <a:pt x="272" y="4"/>
                </a:lnTo>
                <a:lnTo>
                  <a:pt x="256" y="7"/>
                </a:lnTo>
                <a:lnTo>
                  <a:pt x="241" y="10"/>
                </a:lnTo>
                <a:lnTo>
                  <a:pt x="225" y="14"/>
                </a:lnTo>
                <a:lnTo>
                  <a:pt x="210" y="20"/>
                </a:lnTo>
                <a:lnTo>
                  <a:pt x="195" y="25"/>
                </a:lnTo>
                <a:lnTo>
                  <a:pt x="182" y="31"/>
                </a:lnTo>
                <a:lnTo>
                  <a:pt x="168" y="39"/>
                </a:lnTo>
                <a:lnTo>
                  <a:pt x="155" y="46"/>
                </a:lnTo>
                <a:lnTo>
                  <a:pt x="142" y="55"/>
                </a:lnTo>
                <a:lnTo>
                  <a:pt x="129" y="64"/>
                </a:lnTo>
                <a:lnTo>
                  <a:pt x="117" y="73"/>
                </a:lnTo>
                <a:lnTo>
                  <a:pt x="105" y="83"/>
                </a:lnTo>
                <a:lnTo>
                  <a:pt x="94" y="94"/>
                </a:lnTo>
                <a:lnTo>
                  <a:pt x="84" y="105"/>
                </a:lnTo>
                <a:lnTo>
                  <a:pt x="73" y="117"/>
                </a:lnTo>
                <a:lnTo>
                  <a:pt x="64" y="129"/>
                </a:lnTo>
                <a:lnTo>
                  <a:pt x="55" y="142"/>
                </a:lnTo>
                <a:lnTo>
                  <a:pt x="46" y="155"/>
                </a:lnTo>
                <a:lnTo>
                  <a:pt x="39" y="168"/>
                </a:lnTo>
                <a:lnTo>
                  <a:pt x="31" y="182"/>
                </a:lnTo>
                <a:lnTo>
                  <a:pt x="25" y="196"/>
                </a:lnTo>
                <a:lnTo>
                  <a:pt x="20" y="211"/>
                </a:lnTo>
                <a:lnTo>
                  <a:pt x="14" y="226"/>
                </a:lnTo>
                <a:lnTo>
                  <a:pt x="10" y="241"/>
                </a:lnTo>
                <a:lnTo>
                  <a:pt x="7" y="256"/>
                </a:lnTo>
                <a:lnTo>
                  <a:pt x="3" y="272"/>
                </a:lnTo>
                <a:lnTo>
                  <a:pt x="1" y="288"/>
                </a:lnTo>
                <a:lnTo>
                  <a:pt x="0" y="304"/>
                </a:lnTo>
                <a:lnTo>
                  <a:pt x="0" y="320"/>
                </a:lnTo>
                <a:lnTo>
                  <a:pt x="0" y="337"/>
                </a:lnTo>
                <a:lnTo>
                  <a:pt x="1" y="353"/>
                </a:lnTo>
                <a:lnTo>
                  <a:pt x="3" y="369"/>
                </a:lnTo>
                <a:lnTo>
                  <a:pt x="7" y="385"/>
                </a:lnTo>
                <a:lnTo>
                  <a:pt x="10" y="400"/>
                </a:lnTo>
                <a:lnTo>
                  <a:pt x="14" y="415"/>
                </a:lnTo>
                <a:lnTo>
                  <a:pt x="20" y="430"/>
                </a:lnTo>
                <a:lnTo>
                  <a:pt x="25" y="445"/>
                </a:lnTo>
                <a:lnTo>
                  <a:pt x="31" y="459"/>
                </a:lnTo>
                <a:lnTo>
                  <a:pt x="39" y="473"/>
                </a:lnTo>
                <a:lnTo>
                  <a:pt x="46" y="486"/>
                </a:lnTo>
                <a:lnTo>
                  <a:pt x="55" y="499"/>
                </a:lnTo>
                <a:lnTo>
                  <a:pt x="64" y="512"/>
                </a:lnTo>
                <a:lnTo>
                  <a:pt x="73" y="524"/>
                </a:lnTo>
                <a:lnTo>
                  <a:pt x="84" y="535"/>
                </a:lnTo>
                <a:lnTo>
                  <a:pt x="94" y="546"/>
                </a:lnTo>
                <a:lnTo>
                  <a:pt x="105" y="557"/>
                </a:lnTo>
                <a:lnTo>
                  <a:pt x="117" y="568"/>
                </a:lnTo>
                <a:lnTo>
                  <a:pt x="129" y="577"/>
                </a:lnTo>
                <a:lnTo>
                  <a:pt x="142" y="586"/>
                </a:lnTo>
                <a:lnTo>
                  <a:pt x="155" y="594"/>
                </a:lnTo>
                <a:lnTo>
                  <a:pt x="168" y="602"/>
                </a:lnTo>
                <a:lnTo>
                  <a:pt x="182" y="608"/>
                </a:lnTo>
                <a:lnTo>
                  <a:pt x="195" y="615"/>
                </a:lnTo>
                <a:lnTo>
                  <a:pt x="210" y="621"/>
                </a:lnTo>
                <a:lnTo>
                  <a:pt x="225" y="627"/>
                </a:lnTo>
                <a:lnTo>
                  <a:pt x="241" y="631"/>
                </a:lnTo>
                <a:lnTo>
                  <a:pt x="256" y="634"/>
                </a:lnTo>
                <a:lnTo>
                  <a:pt x="272" y="637"/>
                </a:lnTo>
                <a:lnTo>
                  <a:pt x="288" y="638"/>
                </a:lnTo>
                <a:lnTo>
                  <a:pt x="304" y="641"/>
                </a:lnTo>
                <a:lnTo>
                  <a:pt x="320" y="641"/>
                </a:lnTo>
                <a:lnTo>
                  <a:pt x="335" y="641"/>
                </a:lnTo>
                <a:lnTo>
                  <a:pt x="349" y="639"/>
                </a:lnTo>
                <a:lnTo>
                  <a:pt x="363" y="637"/>
                </a:lnTo>
                <a:lnTo>
                  <a:pt x="377" y="635"/>
                </a:lnTo>
                <a:lnTo>
                  <a:pt x="391" y="633"/>
                </a:lnTo>
                <a:lnTo>
                  <a:pt x="405" y="630"/>
                </a:lnTo>
                <a:lnTo>
                  <a:pt x="417" y="625"/>
                </a:lnTo>
                <a:lnTo>
                  <a:pt x="430" y="621"/>
                </a:lnTo>
                <a:lnTo>
                  <a:pt x="443" y="616"/>
                </a:lnTo>
                <a:lnTo>
                  <a:pt x="456" y="610"/>
                </a:lnTo>
                <a:lnTo>
                  <a:pt x="468" y="604"/>
                </a:lnTo>
                <a:lnTo>
                  <a:pt x="480" y="598"/>
                </a:lnTo>
                <a:lnTo>
                  <a:pt x="491" y="591"/>
                </a:lnTo>
                <a:lnTo>
                  <a:pt x="503" y="584"/>
                </a:lnTo>
                <a:lnTo>
                  <a:pt x="514" y="575"/>
                </a:lnTo>
                <a:lnTo>
                  <a:pt x="525" y="567"/>
                </a:lnTo>
                <a:lnTo>
                  <a:pt x="851" y="892"/>
                </a:lnTo>
                <a:lnTo>
                  <a:pt x="855" y="897"/>
                </a:lnTo>
                <a:lnTo>
                  <a:pt x="860" y="899"/>
                </a:lnTo>
                <a:lnTo>
                  <a:pt x="866" y="901"/>
                </a:lnTo>
                <a:lnTo>
                  <a:pt x="871" y="901"/>
                </a:lnTo>
                <a:lnTo>
                  <a:pt x="878" y="901"/>
                </a:lnTo>
                <a:lnTo>
                  <a:pt x="883" y="899"/>
                </a:lnTo>
                <a:lnTo>
                  <a:pt x="888" y="897"/>
                </a:lnTo>
                <a:lnTo>
                  <a:pt x="893" y="892"/>
                </a:lnTo>
                <a:lnTo>
                  <a:pt x="897" y="888"/>
                </a:lnTo>
                <a:lnTo>
                  <a:pt x="899" y="883"/>
                </a:lnTo>
                <a:lnTo>
                  <a:pt x="901" y="877"/>
                </a:lnTo>
                <a:lnTo>
                  <a:pt x="902" y="871"/>
                </a:lnTo>
                <a:lnTo>
                  <a:pt x="901" y="866"/>
                </a:lnTo>
                <a:lnTo>
                  <a:pt x="899" y="860"/>
                </a:lnTo>
                <a:lnTo>
                  <a:pt x="897" y="855"/>
                </a:lnTo>
                <a:lnTo>
                  <a:pt x="893" y="851"/>
                </a:ln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73" name="Group 72" descr="Icon of computer monitors. ">
            <a:extLst>
              <a:ext uri="{FF2B5EF4-FFF2-40B4-BE49-F238E27FC236}">
                <a16:creationId xmlns:a16="http://schemas.microsoft.com/office/drawing/2014/main" id="{6C60D8E2-BC37-4164-84A8-5B32D836BEC3}"/>
              </a:ext>
            </a:extLst>
          </p:cNvPr>
          <p:cNvGrpSpPr/>
          <p:nvPr/>
        </p:nvGrpSpPr>
        <p:grpSpPr>
          <a:xfrm>
            <a:off x="7667022" y="4107036"/>
            <a:ext cx="382447" cy="382446"/>
            <a:chOff x="879475" y="5100638"/>
            <a:chExt cx="287338" cy="287337"/>
          </a:xfrm>
          <a:solidFill>
            <a:schemeClr val="accent4">
              <a:lumMod val="75000"/>
            </a:schemeClr>
          </a:solidFill>
        </p:grpSpPr>
        <p:sp>
          <p:nvSpPr>
            <p:cNvPr id="74" name="Freeform 1636">
              <a:extLst>
                <a:ext uri="{FF2B5EF4-FFF2-40B4-BE49-F238E27FC236}">
                  <a16:creationId xmlns:a16="http://schemas.microsoft.com/office/drawing/2014/main" id="{69FF00E7-041A-4CE9-A6E6-F43110659DE0}"/>
                </a:ext>
              </a:extLst>
            </p:cNvPr>
            <p:cNvSpPr>
              <a:spLocks/>
            </p:cNvSpPr>
            <p:nvPr/>
          </p:nvSpPr>
          <p:spPr bwMode="auto">
            <a:xfrm>
              <a:off x="908050" y="5233988"/>
              <a:ext cx="38100" cy="9525"/>
            </a:xfrm>
            <a:custGeom>
              <a:avLst/>
              <a:gdLst>
                <a:gd name="T0" fmla="*/ 105 w 121"/>
                <a:gd name="T1" fmla="*/ 0 h 30"/>
                <a:gd name="T2" fmla="*/ 15 w 121"/>
                <a:gd name="T3" fmla="*/ 0 h 30"/>
                <a:gd name="T4" fmla="*/ 13 w 121"/>
                <a:gd name="T5" fmla="*/ 0 h 30"/>
                <a:gd name="T6" fmla="*/ 9 w 121"/>
                <a:gd name="T7" fmla="*/ 1 h 30"/>
                <a:gd name="T8" fmla="*/ 7 w 121"/>
                <a:gd name="T9" fmla="*/ 2 h 30"/>
                <a:gd name="T10" fmla="*/ 5 w 121"/>
                <a:gd name="T11" fmla="*/ 4 h 30"/>
                <a:gd name="T12" fmla="*/ 3 w 121"/>
                <a:gd name="T13" fmla="*/ 6 h 30"/>
                <a:gd name="T14" fmla="*/ 2 w 121"/>
                <a:gd name="T15" fmla="*/ 9 h 30"/>
                <a:gd name="T16" fmla="*/ 0 w 121"/>
                <a:gd name="T17" fmla="*/ 12 h 30"/>
                <a:gd name="T18" fmla="*/ 0 w 121"/>
                <a:gd name="T19" fmla="*/ 14 h 30"/>
                <a:gd name="T20" fmla="*/ 0 w 121"/>
                <a:gd name="T21" fmla="*/ 17 h 30"/>
                <a:gd name="T22" fmla="*/ 2 w 121"/>
                <a:gd name="T23" fmla="*/ 21 h 30"/>
                <a:gd name="T24" fmla="*/ 3 w 121"/>
                <a:gd name="T25" fmla="*/ 23 h 30"/>
                <a:gd name="T26" fmla="*/ 5 w 121"/>
                <a:gd name="T27" fmla="*/ 25 h 30"/>
                <a:gd name="T28" fmla="*/ 7 w 121"/>
                <a:gd name="T29" fmla="*/ 27 h 30"/>
                <a:gd name="T30" fmla="*/ 9 w 121"/>
                <a:gd name="T31" fmla="*/ 29 h 30"/>
                <a:gd name="T32" fmla="*/ 13 w 121"/>
                <a:gd name="T33" fmla="*/ 30 h 30"/>
                <a:gd name="T34" fmla="*/ 15 w 121"/>
                <a:gd name="T35" fmla="*/ 30 h 30"/>
                <a:gd name="T36" fmla="*/ 105 w 121"/>
                <a:gd name="T37" fmla="*/ 30 h 30"/>
                <a:gd name="T38" fmla="*/ 109 w 121"/>
                <a:gd name="T39" fmla="*/ 30 h 30"/>
                <a:gd name="T40" fmla="*/ 111 w 121"/>
                <a:gd name="T41" fmla="*/ 29 h 30"/>
                <a:gd name="T42" fmla="*/ 114 w 121"/>
                <a:gd name="T43" fmla="*/ 27 h 30"/>
                <a:gd name="T44" fmla="*/ 117 w 121"/>
                <a:gd name="T45" fmla="*/ 25 h 30"/>
                <a:gd name="T46" fmla="*/ 118 w 121"/>
                <a:gd name="T47" fmla="*/ 23 h 30"/>
                <a:gd name="T48" fmla="*/ 120 w 121"/>
                <a:gd name="T49" fmla="*/ 21 h 30"/>
                <a:gd name="T50" fmla="*/ 121 w 121"/>
                <a:gd name="T51" fmla="*/ 17 h 30"/>
                <a:gd name="T52" fmla="*/ 121 w 121"/>
                <a:gd name="T53" fmla="*/ 14 h 30"/>
                <a:gd name="T54" fmla="*/ 121 w 121"/>
                <a:gd name="T55" fmla="*/ 12 h 30"/>
                <a:gd name="T56" fmla="*/ 120 w 121"/>
                <a:gd name="T57" fmla="*/ 9 h 30"/>
                <a:gd name="T58" fmla="*/ 118 w 121"/>
                <a:gd name="T59" fmla="*/ 6 h 30"/>
                <a:gd name="T60" fmla="*/ 117 w 121"/>
                <a:gd name="T61" fmla="*/ 4 h 30"/>
                <a:gd name="T62" fmla="*/ 114 w 121"/>
                <a:gd name="T63" fmla="*/ 2 h 30"/>
                <a:gd name="T64" fmla="*/ 111 w 121"/>
                <a:gd name="T65" fmla="*/ 1 h 30"/>
                <a:gd name="T66" fmla="*/ 109 w 121"/>
                <a:gd name="T67" fmla="*/ 0 h 30"/>
                <a:gd name="T68" fmla="*/ 105 w 121"/>
                <a:gd name="T6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1" h="30">
                  <a:moveTo>
                    <a:pt x="105" y="0"/>
                  </a:moveTo>
                  <a:lnTo>
                    <a:pt x="15" y="0"/>
                  </a:lnTo>
                  <a:lnTo>
                    <a:pt x="13" y="0"/>
                  </a:lnTo>
                  <a:lnTo>
                    <a:pt x="9" y="1"/>
                  </a:lnTo>
                  <a:lnTo>
                    <a:pt x="7" y="2"/>
                  </a:lnTo>
                  <a:lnTo>
                    <a:pt x="5" y="4"/>
                  </a:lnTo>
                  <a:lnTo>
                    <a:pt x="3" y="6"/>
                  </a:lnTo>
                  <a:lnTo>
                    <a:pt x="2" y="9"/>
                  </a:lnTo>
                  <a:lnTo>
                    <a:pt x="0" y="12"/>
                  </a:lnTo>
                  <a:lnTo>
                    <a:pt x="0" y="14"/>
                  </a:lnTo>
                  <a:lnTo>
                    <a:pt x="0" y="17"/>
                  </a:lnTo>
                  <a:lnTo>
                    <a:pt x="2" y="21"/>
                  </a:lnTo>
                  <a:lnTo>
                    <a:pt x="3" y="23"/>
                  </a:lnTo>
                  <a:lnTo>
                    <a:pt x="5" y="25"/>
                  </a:lnTo>
                  <a:lnTo>
                    <a:pt x="7" y="27"/>
                  </a:lnTo>
                  <a:lnTo>
                    <a:pt x="9" y="29"/>
                  </a:lnTo>
                  <a:lnTo>
                    <a:pt x="13" y="30"/>
                  </a:lnTo>
                  <a:lnTo>
                    <a:pt x="15" y="30"/>
                  </a:lnTo>
                  <a:lnTo>
                    <a:pt x="105" y="30"/>
                  </a:lnTo>
                  <a:lnTo>
                    <a:pt x="109" y="30"/>
                  </a:lnTo>
                  <a:lnTo>
                    <a:pt x="111" y="29"/>
                  </a:lnTo>
                  <a:lnTo>
                    <a:pt x="114" y="27"/>
                  </a:lnTo>
                  <a:lnTo>
                    <a:pt x="117" y="25"/>
                  </a:lnTo>
                  <a:lnTo>
                    <a:pt x="118" y="23"/>
                  </a:lnTo>
                  <a:lnTo>
                    <a:pt x="120" y="21"/>
                  </a:lnTo>
                  <a:lnTo>
                    <a:pt x="121" y="17"/>
                  </a:lnTo>
                  <a:lnTo>
                    <a:pt x="121" y="14"/>
                  </a:lnTo>
                  <a:lnTo>
                    <a:pt x="121" y="12"/>
                  </a:lnTo>
                  <a:lnTo>
                    <a:pt x="120" y="9"/>
                  </a:lnTo>
                  <a:lnTo>
                    <a:pt x="118" y="6"/>
                  </a:lnTo>
                  <a:lnTo>
                    <a:pt x="117" y="4"/>
                  </a:lnTo>
                  <a:lnTo>
                    <a:pt x="114" y="2"/>
                  </a:lnTo>
                  <a:lnTo>
                    <a:pt x="111" y="1"/>
                  </a:lnTo>
                  <a:lnTo>
                    <a:pt x="109" y="0"/>
                  </a:lnTo>
                  <a:lnTo>
                    <a:pt x="10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5" name="Freeform 1637">
              <a:extLst>
                <a:ext uri="{FF2B5EF4-FFF2-40B4-BE49-F238E27FC236}">
                  <a16:creationId xmlns:a16="http://schemas.microsoft.com/office/drawing/2014/main" id="{81654380-670A-482D-81FB-A4FFEA61023A}"/>
                </a:ext>
              </a:extLst>
            </p:cNvPr>
            <p:cNvSpPr>
              <a:spLocks/>
            </p:cNvSpPr>
            <p:nvPr/>
          </p:nvSpPr>
          <p:spPr bwMode="auto">
            <a:xfrm>
              <a:off x="879475" y="5100638"/>
              <a:ext cx="153988" cy="85725"/>
            </a:xfrm>
            <a:custGeom>
              <a:avLst/>
              <a:gdLst>
                <a:gd name="T0" fmla="*/ 482 w 482"/>
                <a:gd name="T1" fmla="*/ 60 h 271"/>
                <a:gd name="T2" fmla="*/ 482 w 482"/>
                <a:gd name="T3" fmla="*/ 54 h 271"/>
                <a:gd name="T4" fmla="*/ 481 w 482"/>
                <a:gd name="T5" fmla="*/ 48 h 271"/>
                <a:gd name="T6" fmla="*/ 480 w 482"/>
                <a:gd name="T7" fmla="*/ 42 h 271"/>
                <a:gd name="T8" fmla="*/ 478 w 482"/>
                <a:gd name="T9" fmla="*/ 37 h 271"/>
                <a:gd name="T10" fmla="*/ 475 w 482"/>
                <a:gd name="T11" fmla="*/ 31 h 271"/>
                <a:gd name="T12" fmla="*/ 472 w 482"/>
                <a:gd name="T13" fmla="*/ 27 h 271"/>
                <a:gd name="T14" fmla="*/ 469 w 482"/>
                <a:gd name="T15" fmla="*/ 22 h 271"/>
                <a:gd name="T16" fmla="*/ 464 w 482"/>
                <a:gd name="T17" fmla="*/ 18 h 271"/>
                <a:gd name="T18" fmla="*/ 460 w 482"/>
                <a:gd name="T19" fmla="*/ 13 h 271"/>
                <a:gd name="T20" fmla="*/ 455 w 482"/>
                <a:gd name="T21" fmla="*/ 10 h 271"/>
                <a:gd name="T22" fmla="*/ 451 w 482"/>
                <a:gd name="T23" fmla="*/ 7 h 271"/>
                <a:gd name="T24" fmla="*/ 445 w 482"/>
                <a:gd name="T25" fmla="*/ 5 h 271"/>
                <a:gd name="T26" fmla="*/ 440 w 482"/>
                <a:gd name="T27" fmla="*/ 2 h 271"/>
                <a:gd name="T28" fmla="*/ 434 w 482"/>
                <a:gd name="T29" fmla="*/ 1 h 271"/>
                <a:gd name="T30" fmla="*/ 428 w 482"/>
                <a:gd name="T31" fmla="*/ 0 h 271"/>
                <a:gd name="T32" fmla="*/ 422 w 482"/>
                <a:gd name="T33" fmla="*/ 0 h 271"/>
                <a:gd name="T34" fmla="*/ 59 w 482"/>
                <a:gd name="T35" fmla="*/ 0 h 271"/>
                <a:gd name="T36" fmla="*/ 54 w 482"/>
                <a:gd name="T37" fmla="*/ 0 h 271"/>
                <a:gd name="T38" fmla="*/ 47 w 482"/>
                <a:gd name="T39" fmla="*/ 1 h 271"/>
                <a:gd name="T40" fmla="*/ 42 w 482"/>
                <a:gd name="T41" fmla="*/ 2 h 271"/>
                <a:gd name="T42" fmla="*/ 36 w 482"/>
                <a:gd name="T43" fmla="*/ 5 h 271"/>
                <a:gd name="T44" fmla="*/ 31 w 482"/>
                <a:gd name="T45" fmla="*/ 7 h 271"/>
                <a:gd name="T46" fmla="*/ 26 w 482"/>
                <a:gd name="T47" fmla="*/ 10 h 271"/>
                <a:gd name="T48" fmla="*/ 22 w 482"/>
                <a:gd name="T49" fmla="*/ 13 h 271"/>
                <a:gd name="T50" fmla="*/ 17 w 482"/>
                <a:gd name="T51" fmla="*/ 18 h 271"/>
                <a:gd name="T52" fmla="*/ 13 w 482"/>
                <a:gd name="T53" fmla="*/ 22 h 271"/>
                <a:gd name="T54" fmla="*/ 10 w 482"/>
                <a:gd name="T55" fmla="*/ 27 h 271"/>
                <a:gd name="T56" fmla="*/ 6 w 482"/>
                <a:gd name="T57" fmla="*/ 31 h 271"/>
                <a:gd name="T58" fmla="*/ 4 w 482"/>
                <a:gd name="T59" fmla="*/ 37 h 271"/>
                <a:gd name="T60" fmla="*/ 2 w 482"/>
                <a:gd name="T61" fmla="*/ 42 h 271"/>
                <a:gd name="T62" fmla="*/ 1 w 482"/>
                <a:gd name="T63" fmla="*/ 48 h 271"/>
                <a:gd name="T64" fmla="*/ 0 w 482"/>
                <a:gd name="T65" fmla="*/ 54 h 271"/>
                <a:gd name="T66" fmla="*/ 0 w 482"/>
                <a:gd name="T67" fmla="*/ 60 h 271"/>
                <a:gd name="T68" fmla="*/ 0 w 482"/>
                <a:gd name="T69" fmla="*/ 271 h 271"/>
                <a:gd name="T70" fmla="*/ 482 w 482"/>
                <a:gd name="T71" fmla="*/ 271 h 271"/>
                <a:gd name="T72" fmla="*/ 482 w 482"/>
                <a:gd name="T73" fmla="*/ 6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82" h="271">
                  <a:moveTo>
                    <a:pt x="482" y="60"/>
                  </a:moveTo>
                  <a:lnTo>
                    <a:pt x="482" y="54"/>
                  </a:lnTo>
                  <a:lnTo>
                    <a:pt x="481" y="48"/>
                  </a:lnTo>
                  <a:lnTo>
                    <a:pt x="480" y="42"/>
                  </a:lnTo>
                  <a:lnTo>
                    <a:pt x="478" y="37"/>
                  </a:lnTo>
                  <a:lnTo>
                    <a:pt x="475" y="31"/>
                  </a:lnTo>
                  <a:lnTo>
                    <a:pt x="472" y="27"/>
                  </a:lnTo>
                  <a:lnTo>
                    <a:pt x="469" y="22"/>
                  </a:lnTo>
                  <a:lnTo>
                    <a:pt x="464" y="18"/>
                  </a:lnTo>
                  <a:lnTo>
                    <a:pt x="460" y="13"/>
                  </a:lnTo>
                  <a:lnTo>
                    <a:pt x="455" y="10"/>
                  </a:lnTo>
                  <a:lnTo>
                    <a:pt x="451" y="7"/>
                  </a:lnTo>
                  <a:lnTo>
                    <a:pt x="445" y="5"/>
                  </a:lnTo>
                  <a:lnTo>
                    <a:pt x="440" y="2"/>
                  </a:lnTo>
                  <a:lnTo>
                    <a:pt x="434" y="1"/>
                  </a:lnTo>
                  <a:lnTo>
                    <a:pt x="428" y="0"/>
                  </a:lnTo>
                  <a:lnTo>
                    <a:pt x="422" y="0"/>
                  </a:lnTo>
                  <a:lnTo>
                    <a:pt x="59" y="0"/>
                  </a:lnTo>
                  <a:lnTo>
                    <a:pt x="54" y="0"/>
                  </a:lnTo>
                  <a:lnTo>
                    <a:pt x="47" y="1"/>
                  </a:lnTo>
                  <a:lnTo>
                    <a:pt x="42" y="2"/>
                  </a:lnTo>
                  <a:lnTo>
                    <a:pt x="36" y="5"/>
                  </a:lnTo>
                  <a:lnTo>
                    <a:pt x="31" y="7"/>
                  </a:lnTo>
                  <a:lnTo>
                    <a:pt x="26" y="10"/>
                  </a:lnTo>
                  <a:lnTo>
                    <a:pt x="22" y="13"/>
                  </a:lnTo>
                  <a:lnTo>
                    <a:pt x="17" y="18"/>
                  </a:lnTo>
                  <a:lnTo>
                    <a:pt x="13" y="22"/>
                  </a:lnTo>
                  <a:lnTo>
                    <a:pt x="10" y="27"/>
                  </a:lnTo>
                  <a:lnTo>
                    <a:pt x="6" y="31"/>
                  </a:lnTo>
                  <a:lnTo>
                    <a:pt x="4" y="37"/>
                  </a:lnTo>
                  <a:lnTo>
                    <a:pt x="2" y="42"/>
                  </a:lnTo>
                  <a:lnTo>
                    <a:pt x="1" y="48"/>
                  </a:lnTo>
                  <a:lnTo>
                    <a:pt x="0" y="54"/>
                  </a:lnTo>
                  <a:lnTo>
                    <a:pt x="0" y="60"/>
                  </a:lnTo>
                  <a:lnTo>
                    <a:pt x="0" y="271"/>
                  </a:lnTo>
                  <a:lnTo>
                    <a:pt x="482" y="271"/>
                  </a:lnTo>
                  <a:lnTo>
                    <a:pt x="482"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6" name="Freeform 1638">
              <a:extLst>
                <a:ext uri="{FF2B5EF4-FFF2-40B4-BE49-F238E27FC236}">
                  <a16:creationId xmlns:a16="http://schemas.microsoft.com/office/drawing/2014/main" id="{FB01E3B0-9770-4D5C-9138-8D07EBC83D72}"/>
                </a:ext>
              </a:extLst>
            </p:cNvPr>
            <p:cNvSpPr>
              <a:spLocks/>
            </p:cNvSpPr>
            <p:nvPr/>
          </p:nvSpPr>
          <p:spPr bwMode="auto">
            <a:xfrm>
              <a:off x="879475" y="5195888"/>
              <a:ext cx="153988" cy="19050"/>
            </a:xfrm>
            <a:custGeom>
              <a:avLst/>
              <a:gdLst>
                <a:gd name="T0" fmla="*/ 361 w 482"/>
                <a:gd name="T1" fmla="*/ 30 h 60"/>
                <a:gd name="T2" fmla="*/ 424 w 482"/>
                <a:gd name="T3" fmla="*/ 30 h 60"/>
                <a:gd name="T4" fmla="*/ 475 w 482"/>
                <a:gd name="T5" fmla="*/ 30 h 60"/>
                <a:gd name="T6" fmla="*/ 478 w 482"/>
                <a:gd name="T7" fmla="*/ 23 h 60"/>
                <a:gd name="T8" fmla="*/ 481 w 482"/>
                <a:gd name="T9" fmla="*/ 17 h 60"/>
                <a:gd name="T10" fmla="*/ 482 w 482"/>
                <a:gd name="T11" fmla="*/ 9 h 60"/>
                <a:gd name="T12" fmla="*/ 482 w 482"/>
                <a:gd name="T13" fmla="*/ 2 h 60"/>
                <a:gd name="T14" fmla="*/ 482 w 482"/>
                <a:gd name="T15" fmla="*/ 0 h 60"/>
                <a:gd name="T16" fmla="*/ 0 w 482"/>
                <a:gd name="T17" fmla="*/ 0 h 60"/>
                <a:gd name="T18" fmla="*/ 0 w 482"/>
                <a:gd name="T19" fmla="*/ 6 h 60"/>
                <a:gd name="T20" fmla="*/ 1 w 482"/>
                <a:gd name="T21" fmla="*/ 11 h 60"/>
                <a:gd name="T22" fmla="*/ 2 w 482"/>
                <a:gd name="T23" fmla="*/ 18 h 60"/>
                <a:gd name="T24" fmla="*/ 4 w 482"/>
                <a:gd name="T25" fmla="*/ 23 h 60"/>
                <a:gd name="T26" fmla="*/ 6 w 482"/>
                <a:gd name="T27" fmla="*/ 28 h 60"/>
                <a:gd name="T28" fmla="*/ 10 w 482"/>
                <a:gd name="T29" fmla="*/ 33 h 60"/>
                <a:gd name="T30" fmla="*/ 13 w 482"/>
                <a:gd name="T31" fmla="*/ 38 h 60"/>
                <a:gd name="T32" fmla="*/ 17 w 482"/>
                <a:gd name="T33" fmla="*/ 42 h 60"/>
                <a:gd name="T34" fmla="*/ 22 w 482"/>
                <a:gd name="T35" fmla="*/ 47 h 60"/>
                <a:gd name="T36" fmla="*/ 26 w 482"/>
                <a:gd name="T37" fmla="*/ 50 h 60"/>
                <a:gd name="T38" fmla="*/ 31 w 482"/>
                <a:gd name="T39" fmla="*/ 53 h 60"/>
                <a:gd name="T40" fmla="*/ 36 w 482"/>
                <a:gd name="T41" fmla="*/ 55 h 60"/>
                <a:gd name="T42" fmla="*/ 42 w 482"/>
                <a:gd name="T43" fmla="*/ 58 h 60"/>
                <a:gd name="T44" fmla="*/ 47 w 482"/>
                <a:gd name="T45" fmla="*/ 59 h 60"/>
                <a:gd name="T46" fmla="*/ 54 w 482"/>
                <a:gd name="T47" fmla="*/ 60 h 60"/>
                <a:gd name="T48" fmla="*/ 59 w 482"/>
                <a:gd name="T49" fmla="*/ 60 h 60"/>
                <a:gd name="T50" fmla="*/ 282 w 482"/>
                <a:gd name="T51" fmla="*/ 60 h 60"/>
                <a:gd name="T52" fmla="*/ 291 w 482"/>
                <a:gd name="T53" fmla="*/ 53 h 60"/>
                <a:gd name="T54" fmla="*/ 299 w 482"/>
                <a:gd name="T55" fmla="*/ 48 h 60"/>
                <a:gd name="T56" fmla="*/ 308 w 482"/>
                <a:gd name="T57" fmla="*/ 42 h 60"/>
                <a:gd name="T58" fmla="*/ 318 w 482"/>
                <a:gd name="T59" fmla="*/ 38 h 60"/>
                <a:gd name="T60" fmla="*/ 328 w 482"/>
                <a:gd name="T61" fmla="*/ 34 h 60"/>
                <a:gd name="T62" fmla="*/ 339 w 482"/>
                <a:gd name="T63" fmla="*/ 32 h 60"/>
                <a:gd name="T64" fmla="*/ 350 w 482"/>
                <a:gd name="T65" fmla="*/ 30 h 60"/>
                <a:gd name="T66" fmla="*/ 361 w 482"/>
                <a:gd name="T67"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2" h="60">
                  <a:moveTo>
                    <a:pt x="361" y="30"/>
                  </a:moveTo>
                  <a:lnTo>
                    <a:pt x="424" y="30"/>
                  </a:lnTo>
                  <a:lnTo>
                    <a:pt x="475" y="30"/>
                  </a:lnTo>
                  <a:lnTo>
                    <a:pt x="478" y="23"/>
                  </a:lnTo>
                  <a:lnTo>
                    <a:pt x="481" y="17"/>
                  </a:lnTo>
                  <a:lnTo>
                    <a:pt x="482" y="9"/>
                  </a:lnTo>
                  <a:lnTo>
                    <a:pt x="482" y="2"/>
                  </a:lnTo>
                  <a:lnTo>
                    <a:pt x="482" y="0"/>
                  </a:lnTo>
                  <a:lnTo>
                    <a:pt x="0" y="0"/>
                  </a:lnTo>
                  <a:lnTo>
                    <a:pt x="0" y="6"/>
                  </a:lnTo>
                  <a:lnTo>
                    <a:pt x="1" y="11"/>
                  </a:lnTo>
                  <a:lnTo>
                    <a:pt x="2" y="18"/>
                  </a:lnTo>
                  <a:lnTo>
                    <a:pt x="4" y="23"/>
                  </a:lnTo>
                  <a:lnTo>
                    <a:pt x="6" y="28"/>
                  </a:lnTo>
                  <a:lnTo>
                    <a:pt x="10" y="33"/>
                  </a:lnTo>
                  <a:lnTo>
                    <a:pt x="13" y="38"/>
                  </a:lnTo>
                  <a:lnTo>
                    <a:pt x="17" y="42"/>
                  </a:lnTo>
                  <a:lnTo>
                    <a:pt x="22" y="47"/>
                  </a:lnTo>
                  <a:lnTo>
                    <a:pt x="26" y="50"/>
                  </a:lnTo>
                  <a:lnTo>
                    <a:pt x="31" y="53"/>
                  </a:lnTo>
                  <a:lnTo>
                    <a:pt x="36" y="55"/>
                  </a:lnTo>
                  <a:lnTo>
                    <a:pt x="42" y="58"/>
                  </a:lnTo>
                  <a:lnTo>
                    <a:pt x="47" y="59"/>
                  </a:lnTo>
                  <a:lnTo>
                    <a:pt x="54" y="60"/>
                  </a:lnTo>
                  <a:lnTo>
                    <a:pt x="59" y="60"/>
                  </a:lnTo>
                  <a:lnTo>
                    <a:pt x="282" y="60"/>
                  </a:lnTo>
                  <a:lnTo>
                    <a:pt x="291" y="53"/>
                  </a:lnTo>
                  <a:lnTo>
                    <a:pt x="299" y="48"/>
                  </a:lnTo>
                  <a:lnTo>
                    <a:pt x="308" y="42"/>
                  </a:lnTo>
                  <a:lnTo>
                    <a:pt x="318" y="38"/>
                  </a:lnTo>
                  <a:lnTo>
                    <a:pt x="328" y="34"/>
                  </a:lnTo>
                  <a:lnTo>
                    <a:pt x="339" y="32"/>
                  </a:lnTo>
                  <a:lnTo>
                    <a:pt x="350" y="30"/>
                  </a:lnTo>
                  <a:lnTo>
                    <a:pt x="361"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7" name="Freeform 1639">
              <a:extLst>
                <a:ext uri="{FF2B5EF4-FFF2-40B4-BE49-F238E27FC236}">
                  <a16:creationId xmlns:a16="http://schemas.microsoft.com/office/drawing/2014/main" id="{B5E3BED9-C2BD-4A86-AB16-4FB4F8651284}"/>
                </a:ext>
              </a:extLst>
            </p:cNvPr>
            <p:cNvSpPr>
              <a:spLocks/>
            </p:cNvSpPr>
            <p:nvPr/>
          </p:nvSpPr>
          <p:spPr bwMode="auto">
            <a:xfrm>
              <a:off x="965200" y="5214938"/>
              <a:ext cx="201613" cy="106363"/>
            </a:xfrm>
            <a:custGeom>
              <a:avLst/>
              <a:gdLst>
                <a:gd name="T0" fmla="*/ 543 w 633"/>
                <a:gd name="T1" fmla="*/ 0 h 332"/>
                <a:gd name="T2" fmla="*/ 153 w 633"/>
                <a:gd name="T3" fmla="*/ 0 h 332"/>
                <a:gd name="T4" fmla="*/ 90 w 633"/>
                <a:gd name="T5" fmla="*/ 0 h 332"/>
                <a:gd name="T6" fmla="*/ 82 w 633"/>
                <a:gd name="T7" fmla="*/ 1 h 332"/>
                <a:gd name="T8" fmla="*/ 73 w 633"/>
                <a:gd name="T9" fmla="*/ 2 h 332"/>
                <a:gd name="T10" fmla="*/ 64 w 633"/>
                <a:gd name="T11" fmla="*/ 4 h 332"/>
                <a:gd name="T12" fmla="*/ 55 w 633"/>
                <a:gd name="T13" fmla="*/ 8 h 332"/>
                <a:gd name="T14" fmla="*/ 47 w 633"/>
                <a:gd name="T15" fmla="*/ 11 h 332"/>
                <a:gd name="T16" fmla="*/ 40 w 633"/>
                <a:gd name="T17" fmla="*/ 15 h 332"/>
                <a:gd name="T18" fmla="*/ 33 w 633"/>
                <a:gd name="T19" fmla="*/ 21 h 332"/>
                <a:gd name="T20" fmla="*/ 26 w 633"/>
                <a:gd name="T21" fmla="*/ 26 h 332"/>
                <a:gd name="T22" fmla="*/ 21 w 633"/>
                <a:gd name="T23" fmla="*/ 33 h 332"/>
                <a:gd name="T24" fmla="*/ 15 w 633"/>
                <a:gd name="T25" fmla="*/ 40 h 332"/>
                <a:gd name="T26" fmla="*/ 11 w 633"/>
                <a:gd name="T27" fmla="*/ 47 h 332"/>
                <a:gd name="T28" fmla="*/ 7 w 633"/>
                <a:gd name="T29" fmla="*/ 55 h 332"/>
                <a:gd name="T30" fmla="*/ 4 w 633"/>
                <a:gd name="T31" fmla="*/ 64 h 332"/>
                <a:gd name="T32" fmla="*/ 2 w 633"/>
                <a:gd name="T33" fmla="*/ 72 h 332"/>
                <a:gd name="T34" fmla="*/ 1 w 633"/>
                <a:gd name="T35" fmla="*/ 82 h 332"/>
                <a:gd name="T36" fmla="*/ 0 w 633"/>
                <a:gd name="T37" fmla="*/ 91 h 332"/>
                <a:gd name="T38" fmla="*/ 0 w 633"/>
                <a:gd name="T39" fmla="*/ 332 h 332"/>
                <a:gd name="T40" fmla="*/ 633 w 633"/>
                <a:gd name="T41" fmla="*/ 332 h 332"/>
                <a:gd name="T42" fmla="*/ 633 w 633"/>
                <a:gd name="T43" fmla="*/ 91 h 332"/>
                <a:gd name="T44" fmla="*/ 633 w 633"/>
                <a:gd name="T45" fmla="*/ 82 h 332"/>
                <a:gd name="T46" fmla="*/ 632 w 633"/>
                <a:gd name="T47" fmla="*/ 72 h 332"/>
                <a:gd name="T48" fmla="*/ 630 w 633"/>
                <a:gd name="T49" fmla="*/ 64 h 332"/>
                <a:gd name="T50" fmla="*/ 627 w 633"/>
                <a:gd name="T51" fmla="*/ 55 h 332"/>
                <a:gd name="T52" fmla="*/ 622 w 633"/>
                <a:gd name="T53" fmla="*/ 47 h 332"/>
                <a:gd name="T54" fmla="*/ 618 w 633"/>
                <a:gd name="T55" fmla="*/ 40 h 332"/>
                <a:gd name="T56" fmla="*/ 614 w 633"/>
                <a:gd name="T57" fmla="*/ 33 h 332"/>
                <a:gd name="T58" fmla="*/ 607 w 633"/>
                <a:gd name="T59" fmla="*/ 26 h 332"/>
                <a:gd name="T60" fmla="*/ 600 w 633"/>
                <a:gd name="T61" fmla="*/ 21 h 332"/>
                <a:gd name="T62" fmla="*/ 594 w 633"/>
                <a:gd name="T63" fmla="*/ 15 h 332"/>
                <a:gd name="T64" fmla="*/ 586 w 633"/>
                <a:gd name="T65" fmla="*/ 11 h 332"/>
                <a:gd name="T66" fmla="*/ 578 w 633"/>
                <a:gd name="T67" fmla="*/ 8 h 332"/>
                <a:gd name="T68" fmla="*/ 570 w 633"/>
                <a:gd name="T69" fmla="*/ 4 h 332"/>
                <a:gd name="T70" fmla="*/ 562 w 633"/>
                <a:gd name="T71" fmla="*/ 2 h 332"/>
                <a:gd name="T72" fmla="*/ 553 w 633"/>
                <a:gd name="T73" fmla="*/ 1 h 332"/>
                <a:gd name="T74" fmla="*/ 543 w 633"/>
                <a:gd name="T75"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33" h="332">
                  <a:moveTo>
                    <a:pt x="543" y="0"/>
                  </a:moveTo>
                  <a:lnTo>
                    <a:pt x="153" y="0"/>
                  </a:lnTo>
                  <a:lnTo>
                    <a:pt x="90" y="0"/>
                  </a:lnTo>
                  <a:lnTo>
                    <a:pt x="82" y="1"/>
                  </a:lnTo>
                  <a:lnTo>
                    <a:pt x="73" y="2"/>
                  </a:lnTo>
                  <a:lnTo>
                    <a:pt x="64" y="4"/>
                  </a:lnTo>
                  <a:lnTo>
                    <a:pt x="55" y="8"/>
                  </a:lnTo>
                  <a:lnTo>
                    <a:pt x="47" y="11"/>
                  </a:lnTo>
                  <a:lnTo>
                    <a:pt x="40" y="15"/>
                  </a:lnTo>
                  <a:lnTo>
                    <a:pt x="33" y="21"/>
                  </a:lnTo>
                  <a:lnTo>
                    <a:pt x="26" y="26"/>
                  </a:lnTo>
                  <a:lnTo>
                    <a:pt x="21" y="33"/>
                  </a:lnTo>
                  <a:lnTo>
                    <a:pt x="15" y="40"/>
                  </a:lnTo>
                  <a:lnTo>
                    <a:pt x="11" y="47"/>
                  </a:lnTo>
                  <a:lnTo>
                    <a:pt x="7" y="55"/>
                  </a:lnTo>
                  <a:lnTo>
                    <a:pt x="4" y="64"/>
                  </a:lnTo>
                  <a:lnTo>
                    <a:pt x="2" y="72"/>
                  </a:lnTo>
                  <a:lnTo>
                    <a:pt x="1" y="82"/>
                  </a:lnTo>
                  <a:lnTo>
                    <a:pt x="0" y="91"/>
                  </a:lnTo>
                  <a:lnTo>
                    <a:pt x="0" y="332"/>
                  </a:lnTo>
                  <a:lnTo>
                    <a:pt x="633" y="332"/>
                  </a:lnTo>
                  <a:lnTo>
                    <a:pt x="633" y="91"/>
                  </a:lnTo>
                  <a:lnTo>
                    <a:pt x="633" y="82"/>
                  </a:lnTo>
                  <a:lnTo>
                    <a:pt x="632" y="72"/>
                  </a:lnTo>
                  <a:lnTo>
                    <a:pt x="630" y="64"/>
                  </a:lnTo>
                  <a:lnTo>
                    <a:pt x="627" y="55"/>
                  </a:lnTo>
                  <a:lnTo>
                    <a:pt x="622" y="47"/>
                  </a:lnTo>
                  <a:lnTo>
                    <a:pt x="618" y="40"/>
                  </a:lnTo>
                  <a:lnTo>
                    <a:pt x="614" y="33"/>
                  </a:lnTo>
                  <a:lnTo>
                    <a:pt x="607" y="26"/>
                  </a:lnTo>
                  <a:lnTo>
                    <a:pt x="600" y="21"/>
                  </a:lnTo>
                  <a:lnTo>
                    <a:pt x="594" y="15"/>
                  </a:lnTo>
                  <a:lnTo>
                    <a:pt x="586" y="11"/>
                  </a:lnTo>
                  <a:lnTo>
                    <a:pt x="578" y="8"/>
                  </a:lnTo>
                  <a:lnTo>
                    <a:pt x="570" y="4"/>
                  </a:lnTo>
                  <a:lnTo>
                    <a:pt x="562" y="2"/>
                  </a:lnTo>
                  <a:lnTo>
                    <a:pt x="553" y="1"/>
                  </a:lnTo>
                  <a:lnTo>
                    <a:pt x="5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8" name="Freeform 1640">
              <a:extLst>
                <a:ext uri="{FF2B5EF4-FFF2-40B4-BE49-F238E27FC236}">
                  <a16:creationId xmlns:a16="http://schemas.microsoft.com/office/drawing/2014/main" id="{8A8D0C73-A5C6-464E-846B-C5C294BF2272}"/>
                </a:ext>
              </a:extLst>
            </p:cNvPr>
            <p:cNvSpPr>
              <a:spLocks noEditPoints="1"/>
            </p:cNvSpPr>
            <p:nvPr/>
          </p:nvSpPr>
          <p:spPr bwMode="auto">
            <a:xfrm>
              <a:off x="965200" y="5330825"/>
              <a:ext cx="201613" cy="57150"/>
            </a:xfrm>
            <a:custGeom>
              <a:avLst/>
              <a:gdLst>
                <a:gd name="T0" fmla="*/ 322 w 633"/>
                <a:gd name="T1" fmla="*/ 23 h 181"/>
                <a:gd name="T2" fmla="*/ 329 w 633"/>
                <a:gd name="T3" fmla="*/ 26 h 181"/>
                <a:gd name="T4" fmla="*/ 336 w 633"/>
                <a:gd name="T5" fmla="*/ 33 h 181"/>
                <a:gd name="T6" fmla="*/ 339 w 633"/>
                <a:gd name="T7" fmla="*/ 41 h 181"/>
                <a:gd name="T8" fmla="*/ 339 w 633"/>
                <a:gd name="T9" fmla="*/ 51 h 181"/>
                <a:gd name="T10" fmla="*/ 336 w 633"/>
                <a:gd name="T11" fmla="*/ 58 h 181"/>
                <a:gd name="T12" fmla="*/ 329 w 633"/>
                <a:gd name="T13" fmla="*/ 64 h 181"/>
                <a:gd name="T14" fmla="*/ 322 w 633"/>
                <a:gd name="T15" fmla="*/ 67 h 181"/>
                <a:gd name="T16" fmla="*/ 313 w 633"/>
                <a:gd name="T17" fmla="*/ 67 h 181"/>
                <a:gd name="T18" fmla="*/ 304 w 633"/>
                <a:gd name="T19" fmla="*/ 64 h 181"/>
                <a:gd name="T20" fmla="*/ 298 w 633"/>
                <a:gd name="T21" fmla="*/ 58 h 181"/>
                <a:gd name="T22" fmla="*/ 295 w 633"/>
                <a:gd name="T23" fmla="*/ 51 h 181"/>
                <a:gd name="T24" fmla="*/ 295 w 633"/>
                <a:gd name="T25" fmla="*/ 41 h 181"/>
                <a:gd name="T26" fmla="*/ 298 w 633"/>
                <a:gd name="T27" fmla="*/ 33 h 181"/>
                <a:gd name="T28" fmla="*/ 304 w 633"/>
                <a:gd name="T29" fmla="*/ 26 h 181"/>
                <a:gd name="T30" fmla="*/ 313 w 633"/>
                <a:gd name="T31" fmla="*/ 23 h 181"/>
                <a:gd name="T32" fmla="*/ 0 w 633"/>
                <a:gd name="T33" fmla="*/ 31 h 181"/>
                <a:gd name="T34" fmla="*/ 2 w 633"/>
                <a:gd name="T35" fmla="*/ 48 h 181"/>
                <a:gd name="T36" fmla="*/ 7 w 633"/>
                <a:gd name="T37" fmla="*/ 66 h 181"/>
                <a:gd name="T38" fmla="*/ 15 w 633"/>
                <a:gd name="T39" fmla="*/ 80 h 181"/>
                <a:gd name="T40" fmla="*/ 26 w 633"/>
                <a:gd name="T41" fmla="*/ 95 h 181"/>
                <a:gd name="T42" fmla="*/ 40 w 633"/>
                <a:gd name="T43" fmla="*/ 106 h 181"/>
                <a:gd name="T44" fmla="*/ 55 w 633"/>
                <a:gd name="T45" fmla="*/ 114 h 181"/>
                <a:gd name="T46" fmla="*/ 73 w 633"/>
                <a:gd name="T47" fmla="*/ 119 h 181"/>
                <a:gd name="T48" fmla="*/ 90 w 633"/>
                <a:gd name="T49" fmla="*/ 121 h 181"/>
                <a:gd name="T50" fmla="*/ 302 w 633"/>
                <a:gd name="T51" fmla="*/ 151 h 181"/>
                <a:gd name="T52" fmla="*/ 163 w 633"/>
                <a:gd name="T53" fmla="*/ 151 h 181"/>
                <a:gd name="T54" fmla="*/ 158 w 633"/>
                <a:gd name="T55" fmla="*/ 153 h 181"/>
                <a:gd name="T56" fmla="*/ 153 w 633"/>
                <a:gd name="T57" fmla="*/ 158 h 181"/>
                <a:gd name="T58" fmla="*/ 151 w 633"/>
                <a:gd name="T59" fmla="*/ 163 h 181"/>
                <a:gd name="T60" fmla="*/ 151 w 633"/>
                <a:gd name="T61" fmla="*/ 169 h 181"/>
                <a:gd name="T62" fmla="*/ 153 w 633"/>
                <a:gd name="T63" fmla="*/ 174 h 181"/>
                <a:gd name="T64" fmla="*/ 158 w 633"/>
                <a:gd name="T65" fmla="*/ 179 h 181"/>
                <a:gd name="T66" fmla="*/ 163 w 633"/>
                <a:gd name="T67" fmla="*/ 181 h 181"/>
                <a:gd name="T68" fmla="*/ 468 w 633"/>
                <a:gd name="T69" fmla="*/ 181 h 181"/>
                <a:gd name="T70" fmla="*/ 474 w 633"/>
                <a:gd name="T71" fmla="*/ 180 h 181"/>
                <a:gd name="T72" fmla="*/ 479 w 633"/>
                <a:gd name="T73" fmla="*/ 177 h 181"/>
                <a:gd name="T74" fmla="*/ 482 w 633"/>
                <a:gd name="T75" fmla="*/ 172 h 181"/>
                <a:gd name="T76" fmla="*/ 483 w 633"/>
                <a:gd name="T77" fmla="*/ 167 h 181"/>
                <a:gd name="T78" fmla="*/ 482 w 633"/>
                <a:gd name="T79" fmla="*/ 160 h 181"/>
                <a:gd name="T80" fmla="*/ 479 w 633"/>
                <a:gd name="T81" fmla="*/ 156 h 181"/>
                <a:gd name="T82" fmla="*/ 474 w 633"/>
                <a:gd name="T83" fmla="*/ 152 h 181"/>
                <a:gd name="T84" fmla="*/ 468 w 633"/>
                <a:gd name="T85" fmla="*/ 151 h 181"/>
                <a:gd name="T86" fmla="*/ 332 w 633"/>
                <a:gd name="T87" fmla="*/ 121 h 181"/>
                <a:gd name="T88" fmla="*/ 553 w 633"/>
                <a:gd name="T89" fmla="*/ 120 h 181"/>
                <a:gd name="T90" fmla="*/ 570 w 633"/>
                <a:gd name="T91" fmla="*/ 117 h 181"/>
                <a:gd name="T92" fmla="*/ 586 w 633"/>
                <a:gd name="T93" fmla="*/ 110 h 181"/>
                <a:gd name="T94" fmla="*/ 600 w 633"/>
                <a:gd name="T95" fmla="*/ 100 h 181"/>
                <a:gd name="T96" fmla="*/ 614 w 633"/>
                <a:gd name="T97" fmla="*/ 88 h 181"/>
                <a:gd name="T98" fmla="*/ 622 w 633"/>
                <a:gd name="T99" fmla="*/ 74 h 181"/>
                <a:gd name="T100" fmla="*/ 630 w 633"/>
                <a:gd name="T101" fmla="*/ 57 h 181"/>
                <a:gd name="T102" fmla="*/ 633 w 633"/>
                <a:gd name="T103" fmla="*/ 39 h 181"/>
                <a:gd name="T104" fmla="*/ 633 w 633"/>
                <a:gd name="T105" fmla="*/ 0 h 181"/>
                <a:gd name="T106" fmla="*/ 0 w 633"/>
                <a:gd name="T107" fmla="*/ 31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33" h="181">
                  <a:moveTo>
                    <a:pt x="317" y="23"/>
                  </a:moveTo>
                  <a:lnTo>
                    <a:pt x="322" y="23"/>
                  </a:lnTo>
                  <a:lnTo>
                    <a:pt x="326" y="25"/>
                  </a:lnTo>
                  <a:lnTo>
                    <a:pt x="329" y="26"/>
                  </a:lnTo>
                  <a:lnTo>
                    <a:pt x="333" y="30"/>
                  </a:lnTo>
                  <a:lnTo>
                    <a:pt x="336" y="33"/>
                  </a:lnTo>
                  <a:lnTo>
                    <a:pt x="338" y="36"/>
                  </a:lnTo>
                  <a:lnTo>
                    <a:pt x="339" y="41"/>
                  </a:lnTo>
                  <a:lnTo>
                    <a:pt x="339" y="45"/>
                  </a:lnTo>
                  <a:lnTo>
                    <a:pt x="339" y="51"/>
                  </a:lnTo>
                  <a:lnTo>
                    <a:pt x="338" y="54"/>
                  </a:lnTo>
                  <a:lnTo>
                    <a:pt x="336" y="58"/>
                  </a:lnTo>
                  <a:lnTo>
                    <a:pt x="333" y="62"/>
                  </a:lnTo>
                  <a:lnTo>
                    <a:pt x="329" y="64"/>
                  </a:lnTo>
                  <a:lnTo>
                    <a:pt x="326" y="66"/>
                  </a:lnTo>
                  <a:lnTo>
                    <a:pt x="322" y="67"/>
                  </a:lnTo>
                  <a:lnTo>
                    <a:pt x="317" y="68"/>
                  </a:lnTo>
                  <a:lnTo>
                    <a:pt x="313" y="67"/>
                  </a:lnTo>
                  <a:lnTo>
                    <a:pt x="308" y="66"/>
                  </a:lnTo>
                  <a:lnTo>
                    <a:pt x="304" y="64"/>
                  </a:lnTo>
                  <a:lnTo>
                    <a:pt x="301" y="62"/>
                  </a:lnTo>
                  <a:lnTo>
                    <a:pt x="298" y="58"/>
                  </a:lnTo>
                  <a:lnTo>
                    <a:pt x="296" y="54"/>
                  </a:lnTo>
                  <a:lnTo>
                    <a:pt x="295" y="51"/>
                  </a:lnTo>
                  <a:lnTo>
                    <a:pt x="294" y="45"/>
                  </a:lnTo>
                  <a:lnTo>
                    <a:pt x="295" y="41"/>
                  </a:lnTo>
                  <a:lnTo>
                    <a:pt x="296" y="36"/>
                  </a:lnTo>
                  <a:lnTo>
                    <a:pt x="298" y="33"/>
                  </a:lnTo>
                  <a:lnTo>
                    <a:pt x="301" y="30"/>
                  </a:lnTo>
                  <a:lnTo>
                    <a:pt x="304" y="26"/>
                  </a:lnTo>
                  <a:lnTo>
                    <a:pt x="308" y="25"/>
                  </a:lnTo>
                  <a:lnTo>
                    <a:pt x="313" y="23"/>
                  </a:lnTo>
                  <a:lnTo>
                    <a:pt x="317" y="23"/>
                  </a:lnTo>
                  <a:close/>
                  <a:moveTo>
                    <a:pt x="0" y="31"/>
                  </a:moveTo>
                  <a:lnTo>
                    <a:pt x="1" y="39"/>
                  </a:lnTo>
                  <a:lnTo>
                    <a:pt x="2" y="48"/>
                  </a:lnTo>
                  <a:lnTo>
                    <a:pt x="4" y="57"/>
                  </a:lnTo>
                  <a:lnTo>
                    <a:pt x="7" y="66"/>
                  </a:lnTo>
                  <a:lnTo>
                    <a:pt x="11" y="74"/>
                  </a:lnTo>
                  <a:lnTo>
                    <a:pt x="15" y="80"/>
                  </a:lnTo>
                  <a:lnTo>
                    <a:pt x="21" y="88"/>
                  </a:lnTo>
                  <a:lnTo>
                    <a:pt x="26" y="95"/>
                  </a:lnTo>
                  <a:lnTo>
                    <a:pt x="33" y="100"/>
                  </a:lnTo>
                  <a:lnTo>
                    <a:pt x="40" y="106"/>
                  </a:lnTo>
                  <a:lnTo>
                    <a:pt x="47" y="110"/>
                  </a:lnTo>
                  <a:lnTo>
                    <a:pt x="55" y="114"/>
                  </a:lnTo>
                  <a:lnTo>
                    <a:pt x="64" y="117"/>
                  </a:lnTo>
                  <a:lnTo>
                    <a:pt x="73" y="119"/>
                  </a:lnTo>
                  <a:lnTo>
                    <a:pt x="82" y="120"/>
                  </a:lnTo>
                  <a:lnTo>
                    <a:pt x="90" y="121"/>
                  </a:lnTo>
                  <a:lnTo>
                    <a:pt x="302" y="121"/>
                  </a:lnTo>
                  <a:lnTo>
                    <a:pt x="302" y="151"/>
                  </a:lnTo>
                  <a:lnTo>
                    <a:pt x="166" y="151"/>
                  </a:lnTo>
                  <a:lnTo>
                    <a:pt x="163" y="151"/>
                  </a:lnTo>
                  <a:lnTo>
                    <a:pt x="160" y="152"/>
                  </a:lnTo>
                  <a:lnTo>
                    <a:pt x="158" y="153"/>
                  </a:lnTo>
                  <a:lnTo>
                    <a:pt x="156" y="156"/>
                  </a:lnTo>
                  <a:lnTo>
                    <a:pt x="153" y="158"/>
                  </a:lnTo>
                  <a:lnTo>
                    <a:pt x="152" y="160"/>
                  </a:lnTo>
                  <a:lnTo>
                    <a:pt x="151" y="163"/>
                  </a:lnTo>
                  <a:lnTo>
                    <a:pt x="151" y="167"/>
                  </a:lnTo>
                  <a:lnTo>
                    <a:pt x="151" y="169"/>
                  </a:lnTo>
                  <a:lnTo>
                    <a:pt x="152" y="172"/>
                  </a:lnTo>
                  <a:lnTo>
                    <a:pt x="153" y="174"/>
                  </a:lnTo>
                  <a:lnTo>
                    <a:pt x="156" y="177"/>
                  </a:lnTo>
                  <a:lnTo>
                    <a:pt x="158" y="179"/>
                  </a:lnTo>
                  <a:lnTo>
                    <a:pt x="160" y="180"/>
                  </a:lnTo>
                  <a:lnTo>
                    <a:pt x="163" y="181"/>
                  </a:lnTo>
                  <a:lnTo>
                    <a:pt x="166" y="181"/>
                  </a:lnTo>
                  <a:lnTo>
                    <a:pt x="468" y="181"/>
                  </a:lnTo>
                  <a:lnTo>
                    <a:pt x="471" y="181"/>
                  </a:lnTo>
                  <a:lnTo>
                    <a:pt x="474" y="180"/>
                  </a:lnTo>
                  <a:lnTo>
                    <a:pt x="476" y="179"/>
                  </a:lnTo>
                  <a:lnTo>
                    <a:pt x="479" y="177"/>
                  </a:lnTo>
                  <a:lnTo>
                    <a:pt x="481" y="174"/>
                  </a:lnTo>
                  <a:lnTo>
                    <a:pt x="482" y="172"/>
                  </a:lnTo>
                  <a:lnTo>
                    <a:pt x="483" y="169"/>
                  </a:lnTo>
                  <a:lnTo>
                    <a:pt x="483" y="167"/>
                  </a:lnTo>
                  <a:lnTo>
                    <a:pt x="483" y="163"/>
                  </a:lnTo>
                  <a:lnTo>
                    <a:pt x="482" y="160"/>
                  </a:lnTo>
                  <a:lnTo>
                    <a:pt x="481" y="158"/>
                  </a:lnTo>
                  <a:lnTo>
                    <a:pt x="479" y="156"/>
                  </a:lnTo>
                  <a:lnTo>
                    <a:pt x="476" y="153"/>
                  </a:lnTo>
                  <a:lnTo>
                    <a:pt x="474" y="152"/>
                  </a:lnTo>
                  <a:lnTo>
                    <a:pt x="471" y="151"/>
                  </a:lnTo>
                  <a:lnTo>
                    <a:pt x="468" y="151"/>
                  </a:lnTo>
                  <a:lnTo>
                    <a:pt x="332" y="151"/>
                  </a:lnTo>
                  <a:lnTo>
                    <a:pt x="332" y="121"/>
                  </a:lnTo>
                  <a:lnTo>
                    <a:pt x="543" y="121"/>
                  </a:lnTo>
                  <a:lnTo>
                    <a:pt x="553" y="120"/>
                  </a:lnTo>
                  <a:lnTo>
                    <a:pt x="562" y="119"/>
                  </a:lnTo>
                  <a:lnTo>
                    <a:pt x="570" y="117"/>
                  </a:lnTo>
                  <a:lnTo>
                    <a:pt x="578" y="114"/>
                  </a:lnTo>
                  <a:lnTo>
                    <a:pt x="586" y="110"/>
                  </a:lnTo>
                  <a:lnTo>
                    <a:pt x="594" y="106"/>
                  </a:lnTo>
                  <a:lnTo>
                    <a:pt x="600" y="100"/>
                  </a:lnTo>
                  <a:lnTo>
                    <a:pt x="607" y="95"/>
                  </a:lnTo>
                  <a:lnTo>
                    <a:pt x="614" y="88"/>
                  </a:lnTo>
                  <a:lnTo>
                    <a:pt x="618" y="80"/>
                  </a:lnTo>
                  <a:lnTo>
                    <a:pt x="622" y="74"/>
                  </a:lnTo>
                  <a:lnTo>
                    <a:pt x="627" y="66"/>
                  </a:lnTo>
                  <a:lnTo>
                    <a:pt x="630" y="57"/>
                  </a:lnTo>
                  <a:lnTo>
                    <a:pt x="632" y="48"/>
                  </a:lnTo>
                  <a:lnTo>
                    <a:pt x="633" y="39"/>
                  </a:lnTo>
                  <a:lnTo>
                    <a:pt x="633" y="31"/>
                  </a:lnTo>
                  <a:lnTo>
                    <a:pt x="633" y="0"/>
                  </a:lnTo>
                  <a:lnTo>
                    <a:pt x="0" y="0"/>
                  </a:lnTo>
                  <a:lnTo>
                    <a:pt x="0"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887579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hidden="1">
            <a:extLst>
              <a:ext uri="{FF2B5EF4-FFF2-40B4-BE49-F238E27FC236}">
                <a16:creationId xmlns:a16="http://schemas.microsoft.com/office/drawing/2014/main" id="{D33B6BF4-2C08-4464-A4ED-A7F5F991F0BF}"/>
              </a:ext>
            </a:extLst>
          </p:cNvPr>
          <p:cNvSpPr>
            <a:spLocks noGrp="1"/>
          </p:cNvSpPr>
          <p:nvPr>
            <p:ph type="title"/>
          </p:nvPr>
        </p:nvSpPr>
        <p:spPr/>
        <p:txBody>
          <a:bodyPr/>
          <a:lstStyle/>
          <a:p>
            <a:r>
              <a:rPr lang="en-US" dirty="0"/>
              <a:t>Project analysis slide 7</a:t>
            </a:r>
          </a:p>
        </p:txBody>
      </p:sp>
      <p:sp>
        <p:nvSpPr>
          <p:cNvPr id="6" name="Slide Number Placeholder 5">
            <a:extLst>
              <a:ext uri="{FF2B5EF4-FFF2-40B4-BE49-F238E27FC236}">
                <a16:creationId xmlns:a16="http://schemas.microsoft.com/office/drawing/2014/main" id="{8C0551EA-9F3C-4E6B-8292-6C64ABE1C797}"/>
              </a:ext>
            </a:extLst>
          </p:cNvPr>
          <p:cNvSpPr>
            <a:spLocks noGrp="1"/>
          </p:cNvSpPr>
          <p:nvPr>
            <p:ph type="sldNum" sz="quarter" idx="12"/>
          </p:nvPr>
        </p:nvSpPr>
        <p:spPr/>
        <p:txBody>
          <a:bodyPr/>
          <a:lstStyle/>
          <a:p>
            <a:fld id="{06FEDF93-2BFD-41CA-ABC7-B039102F3792}" type="slidenum">
              <a:rPr lang="en-US" smtClean="0"/>
              <a:pPr/>
              <a:t>7</a:t>
            </a:fld>
            <a:endParaRPr lang="en-US" dirty="0"/>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latin typeface="Times New Roman" panose="02020603050405020304" pitchFamily="18" charset="0"/>
                <a:cs typeface="Times New Roman" panose="02020603050405020304" pitchFamily="18" charset="0"/>
              </a:rPr>
              <a:t>VISUALS &amp; ANALYSIS </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9" name="Freeform 3886" descr="Icon of magnifying glass representing search. ">
            <a:extLst>
              <a:ext uri="{FF2B5EF4-FFF2-40B4-BE49-F238E27FC236}">
                <a16:creationId xmlns:a16="http://schemas.microsoft.com/office/drawing/2014/main" id="{9EE2839B-44FB-42AC-BF2D-037A4BE4BEC7}"/>
              </a:ext>
            </a:extLst>
          </p:cNvPr>
          <p:cNvSpPr>
            <a:spLocks noEditPoints="1"/>
          </p:cNvSpPr>
          <p:nvPr/>
        </p:nvSpPr>
        <p:spPr bwMode="auto">
          <a:xfrm>
            <a:off x="845745" y="1368977"/>
            <a:ext cx="287338" cy="285750"/>
          </a:xfrm>
          <a:custGeom>
            <a:avLst/>
            <a:gdLst>
              <a:gd name="T0" fmla="*/ 268 w 902"/>
              <a:gd name="T1" fmla="*/ 575 h 901"/>
              <a:gd name="T2" fmla="*/ 207 w 902"/>
              <a:gd name="T3" fmla="*/ 555 h 901"/>
              <a:gd name="T4" fmla="*/ 155 w 902"/>
              <a:gd name="T5" fmla="*/ 520 h 901"/>
              <a:gd name="T6" fmla="*/ 112 w 902"/>
              <a:gd name="T7" fmla="*/ 475 h 901"/>
              <a:gd name="T8" fmla="*/ 81 w 902"/>
              <a:gd name="T9" fmla="*/ 422 h 901"/>
              <a:gd name="T10" fmla="*/ 64 w 902"/>
              <a:gd name="T11" fmla="*/ 360 h 901"/>
              <a:gd name="T12" fmla="*/ 61 w 902"/>
              <a:gd name="T13" fmla="*/ 294 h 901"/>
              <a:gd name="T14" fmla="*/ 76 w 902"/>
              <a:gd name="T15" fmla="*/ 231 h 901"/>
              <a:gd name="T16" fmla="*/ 104 w 902"/>
              <a:gd name="T17" fmla="*/ 175 h 901"/>
              <a:gd name="T18" fmla="*/ 145 w 902"/>
              <a:gd name="T19" fmla="*/ 128 h 901"/>
              <a:gd name="T20" fmla="*/ 197 w 902"/>
              <a:gd name="T21" fmla="*/ 92 h 901"/>
              <a:gd name="T22" fmla="*/ 256 w 902"/>
              <a:gd name="T23" fmla="*/ 69 h 901"/>
              <a:gd name="T24" fmla="*/ 320 w 902"/>
              <a:gd name="T25" fmla="*/ 60 h 901"/>
              <a:gd name="T26" fmla="*/ 385 w 902"/>
              <a:gd name="T27" fmla="*/ 69 h 901"/>
              <a:gd name="T28" fmla="*/ 444 w 902"/>
              <a:gd name="T29" fmla="*/ 92 h 901"/>
              <a:gd name="T30" fmla="*/ 495 w 902"/>
              <a:gd name="T31" fmla="*/ 128 h 901"/>
              <a:gd name="T32" fmla="*/ 537 w 902"/>
              <a:gd name="T33" fmla="*/ 175 h 901"/>
              <a:gd name="T34" fmla="*/ 564 w 902"/>
              <a:gd name="T35" fmla="*/ 231 h 901"/>
              <a:gd name="T36" fmla="*/ 579 w 902"/>
              <a:gd name="T37" fmla="*/ 294 h 901"/>
              <a:gd name="T38" fmla="*/ 577 w 902"/>
              <a:gd name="T39" fmla="*/ 360 h 901"/>
              <a:gd name="T40" fmla="*/ 560 w 902"/>
              <a:gd name="T41" fmla="*/ 422 h 901"/>
              <a:gd name="T42" fmla="*/ 529 w 902"/>
              <a:gd name="T43" fmla="*/ 475 h 901"/>
              <a:gd name="T44" fmla="*/ 486 w 902"/>
              <a:gd name="T45" fmla="*/ 520 h 901"/>
              <a:gd name="T46" fmla="*/ 432 w 902"/>
              <a:gd name="T47" fmla="*/ 555 h 901"/>
              <a:gd name="T48" fmla="*/ 372 w 902"/>
              <a:gd name="T49" fmla="*/ 575 h 901"/>
              <a:gd name="T50" fmla="*/ 320 w 902"/>
              <a:gd name="T51" fmla="*/ 580 h 901"/>
              <a:gd name="T52" fmla="*/ 591 w 902"/>
              <a:gd name="T53" fmla="*/ 491 h 901"/>
              <a:gd name="T54" fmla="*/ 621 w 902"/>
              <a:gd name="T55" fmla="*/ 430 h 901"/>
              <a:gd name="T56" fmla="*/ 637 w 902"/>
              <a:gd name="T57" fmla="*/ 363 h 901"/>
              <a:gd name="T58" fmla="*/ 638 w 902"/>
              <a:gd name="T59" fmla="*/ 288 h 901"/>
              <a:gd name="T60" fmla="*/ 621 w 902"/>
              <a:gd name="T61" fmla="*/ 211 h 901"/>
              <a:gd name="T62" fmla="*/ 586 w 902"/>
              <a:gd name="T63" fmla="*/ 142 h 901"/>
              <a:gd name="T64" fmla="*/ 535 w 902"/>
              <a:gd name="T65" fmla="*/ 83 h 901"/>
              <a:gd name="T66" fmla="*/ 473 w 902"/>
              <a:gd name="T67" fmla="*/ 39 h 901"/>
              <a:gd name="T68" fmla="*/ 400 w 902"/>
              <a:gd name="T69" fmla="*/ 10 h 901"/>
              <a:gd name="T70" fmla="*/ 320 w 902"/>
              <a:gd name="T71" fmla="*/ 0 h 901"/>
              <a:gd name="T72" fmla="*/ 241 w 902"/>
              <a:gd name="T73" fmla="*/ 10 h 901"/>
              <a:gd name="T74" fmla="*/ 168 w 902"/>
              <a:gd name="T75" fmla="*/ 39 h 901"/>
              <a:gd name="T76" fmla="*/ 105 w 902"/>
              <a:gd name="T77" fmla="*/ 83 h 901"/>
              <a:gd name="T78" fmla="*/ 55 w 902"/>
              <a:gd name="T79" fmla="*/ 142 h 901"/>
              <a:gd name="T80" fmla="*/ 20 w 902"/>
              <a:gd name="T81" fmla="*/ 211 h 901"/>
              <a:gd name="T82" fmla="*/ 1 w 902"/>
              <a:gd name="T83" fmla="*/ 288 h 901"/>
              <a:gd name="T84" fmla="*/ 3 w 902"/>
              <a:gd name="T85" fmla="*/ 369 h 901"/>
              <a:gd name="T86" fmla="*/ 25 w 902"/>
              <a:gd name="T87" fmla="*/ 445 h 901"/>
              <a:gd name="T88" fmla="*/ 64 w 902"/>
              <a:gd name="T89" fmla="*/ 512 h 901"/>
              <a:gd name="T90" fmla="*/ 117 w 902"/>
              <a:gd name="T91" fmla="*/ 568 h 901"/>
              <a:gd name="T92" fmla="*/ 182 w 902"/>
              <a:gd name="T93" fmla="*/ 608 h 901"/>
              <a:gd name="T94" fmla="*/ 256 w 902"/>
              <a:gd name="T95" fmla="*/ 634 h 901"/>
              <a:gd name="T96" fmla="*/ 335 w 902"/>
              <a:gd name="T97" fmla="*/ 641 h 901"/>
              <a:gd name="T98" fmla="*/ 405 w 902"/>
              <a:gd name="T99" fmla="*/ 630 h 901"/>
              <a:gd name="T100" fmla="*/ 468 w 902"/>
              <a:gd name="T101" fmla="*/ 604 h 901"/>
              <a:gd name="T102" fmla="*/ 525 w 902"/>
              <a:gd name="T103" fmla="*/ 567 h 901"/>
              <a:gd name="T104" fmla="*/ 871 w 902"/>
              <a:gd name="T105" fmla="*/ 901 h 901"/>
              <a:gd name="T106" fmla="*/ 897 w 902"/>
              <a:gd name="T107" fmla="*/ 888 h 901"/>
              <a:gd name="T108" fmla="*/ 899 w 902"/>
              <a:gd name="T109" fmla="*/ 860 h 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02" h="901">
                <a:moveTo>
                  <a:pt x="320" y="580"/>
                </a:moveTo>
                <a:lnTo>
                  <a:pt x="307" y="580"/>
                </a:lnTo>
                <a:lnTo>
                  <a:pt x="294" y="579"/>
                </a:lnTo>
                <a:lnTo>
                  <a:pt x="281" y="577"/>
                </a:lnTo>
                <a:lnTo>
                  <a:pt x="268" y="575"/>
                </a:lnTo>
                <a:lnTo>
                  <a:pt x="256" y="572"/>
                </a:lnTo>
                <a:lnTo>
                  <a:pt x="243" y="569"/>
                </a:lnTo>
                <a:lnTo>
                  <a:pt x="231" y="564"/>
                </a:lnTo>
                <a:lnTo>
                  <a:pt x="219" y="560"/>
                </a:lnTo>
                <a:lnTo>
                  <a:pt x="207" y="555"/>
                </a:lnTo>
                <a:lnTo>
                  <a:pt x="197" y="549"/>
                </a:lnTo>
                <a:lnTo>
                  <a:pt x="186" y="543"/>
                </a:lnTo>
                <a:lnTo>
                  <a:pt x="175" y="535"/>
                </a:lnTo>
                <a:lnTo>
                  <a:pt x="164" y="529"/>
                </a:lnTo>
                <a:lnTo>
                  <a:pt x="155" y="520"/>
                </a:lnTo>
                <a:lnTo>
                  <a:pt x="145" y="513"/>
                </a:lnTo>
                <a:lnTo>
                  <a:pt x="136" y="504"/>
                </a:lnTo>
                <a:lnTo>
                  <a:pt x="128" y="495"/>
                </a:lnTo>
                <a:lnTo>
                  <a:pt x="119" y="486"/>
                </a:lnTo>
                <a:lnTo>
                  <a:pt x="112" y="475"/>
                </a:lnTo>
                <a:lnTo>
                  <a:pt x="104" y="466"/>
                </a:lnTo>
                <a:lnTo>
                  <a:pt x="98" y="455"/>
                </a:lnTo>
                <a:lnTo>
                  <a:pt x="91" y="444"/>
                </a:lnTo>
                <a:lnTo>
                  <a:pt x="86" y="432"/>
                </a:lnTo>
                <a:lnTo>
                  <a:pt x="81" y="422"/>
                </a:lnTo>
                <a:lnTo>
                  <a:pt x="76" y="410"/>
                </a:lnTo>
                <a:lnTo>
                  <a:pt x="72" y="397"/>
                </a:lnTo>
                <a:lnTo>
                  <a:pt x="69" y="385"/>
                </a:lnTo>
                <a:lnTo>
                  <a:pt x="66" y="372"/>
                </a:lnTo>
                <a:lnTo>
                  <a:pt x="64" y="360"/>
                </a:lnTo>
                <a:lnTo>
                  <a:pt x="61" y="347"/>
                </a:lnTo>
                <a:lnTo>
                  <a:pt x="60" y="334"/>
                </a:lnTo>
                <a:lnTo>
                  <a:pt x="60" y="320"/>
                </a:lnTo>
                <a:lnTo>
                  <a:pt x="60" y="307"/>
                </a:lnTo>
                <a:lnTo>
                  <a:pt x="61" y="294"/>
                </a:lnTo>
                <a:lnTo>
                  <a:pt x="64" y="281"/>
                </a:lnTo>
                <a:lnTo>
                  <a:pt x="66" y="268"/>
                </a:lnTo>
                <a:lnTo>
                  <a:pt x="69" y="256"/>
                </a:lnTo>
                <a:lnTo>
                  <a:pt x="72" y="243"/>
                </a:lnTo>
                <a:lnTo>
                  <a:pt x="76" y="231"/>
                </a:lnTo>
                <a:lnTo>
                  <a:pt x="81" y="219"/>
                </a:lnTo>
                <a:lnTo>
                  <a:pt x="86" y="207"/>
                </a:lnTo>
                <a:lnTo>
                  <a:pt x="91" y="197"/>
                </a:lnTo>
                <a:lnTo>
                  <a:pt x="98" y="186"/>
                </a:lnTo>
                <a:lnTo>
                  <a:pt x="104" y="175"/>
                </a:lnTo>
                <a:lnTo>
                  <a:pt x="112" y="164"/>
                </a:lnTo>
                <a:lnTo>
                  <a:pt x="119" y="155"/>
                </a:lnTo>
                <a:lnTo>
                  <a:pt x="128" y="145"/>
                </a:lnTo>
                <a:lnTo>
                  <a:pt x="136" y="137"/>
                </a:lnTo>
                <a:lnTo>
                  <a:pt x="145" y="128"/>
                </a:lnTo>
                <a:lnTo>
                  <a:pt x="155" y="119"/>
                </a:lnTo>
                <a:lnTo>
                  <a:pt x="164" y="112"/>
                </a:lnTo>
                <a:lnTo>
                  <a:pt x="175" y="104"/>
                </a:lnTo>
                <a:lnTo>
                  <a:pt x="186" y="98"/>
                </a:lnTo>
                <a:lnTo>
                  <a:pt x="197" y="92"/>
                </a:lnTo>
                <a:lnTo>
                  <a:pt x="207" y="86"/>
                </a:lnTo>
                <a:lnTo>
                  <a:pt x="219" y="81"/>
                </a:lnTo>
                <a:lnTo>
                  <a:pt x="231" y="77"/>
                </a:lnTo>
                <a:lnTo>
                  <a:pt x="243" y="72"/>
                </a:lnTo>
                <a:lnTo>
                  <a:pt x="256" y="69"/>
                </a:lnTo>
                <a:lnTo>
                  <a:pt x="268" y="66"/>
                </a:lnTo>
                <a:lnTo>
                  <a:pt x="281" y="64"/>
                </a:lnTo>
                <a:lnTo>
                  <a:pt x="294" y="61"/>
                </a:lnTo>
                <a:lnTo>
                  <a:pt x="307" y="60"/>
                </a:lnTo>
                <a:lnTo>
                  <a:pt x="320" y="60"/>
                </a:lnTo>
                <a:lnTo>
                  <a:pt x="334" y="60"/>
                </a:lnTo>
                <a:lnTo>
                  <a:pt x="347" y="61"/>
                </a:lnTo>
                <a:lnTo>
                  <a:pt x="360" y="64"/>
                </a:lnTo>
                <a:lnTo>
                  <a:pt x="372" y="66"/>
                </a:lnTo>
                <a:lnTo>
                  <a:pt x="385" y="69"/>
                </a:lnTo>
                <a:lnTo>
                  <a:pt x="397" y="72"/>
                </a:lnTo>
                <a:lnTo>
                  <a:pt x="410" y="77"/>
                </a:lnTo>
                <a:lnTo>
                  <a:pt x="422" y="81"/>
                </a:lnTo>
                <a:lnTo>
                  <a:pt x="432" y="86"/>
                </a:lnTo>
                <a:lnTo>
                  <a:pt x="444" y="92"/>
                </a:lnTo>
                <a:lnTo>
                  <a:pt x="455" y="98"/>
                </a:lnTo>
                <a:lnTo>
                  <a:pt x="466" y="104"/>
                </a:lnTo>
                <a:lnTo>
                  <a:pt x="475" y="112"/>
                </a:lnTo>
                <a:lnTo>
                  <a:pt x="486" y="119"/>
                </a:lnTo>
                <a:lnTo>
                  <a:pt x="495" y="128"/>
                </a:lnTo>
                <a:lnTo>
                  <a:pt x="504" y="137"/>
                </a:lnTo>
                <a:lnTo>
                  <a:pt x="513" y="145"/>
                </a:lnTo>
                <a:lnTo>
                  <a:pt x="522" y="155"/>
                </a:lnTo>
                <a:lnTo>
                  <a:pt x="529" y="164"/>
                </a:lnTo>
                <a:lnTo>
                  <a:pt x="537" y="175"/>
                </a:lnTo>
                <a:lnTo>
                  <a:pt x="543" y="186"/>
                </a:lnTo>
                <a:lnTo>
                  <a:pt x="549" y="197"/>
                </a:lnTo>
                <a:lnTo>
                  <a:pt x="555" y="207"/>
                </a:lnTo>
                <a:lnTo>
                  <a:pt x="560" y="219"/>
                </a:lnTo>
                <a:lnTo>
                  <a:pt x="564" y="231"/>
                </a:lnTo>
                <a:lnTo>
                  <a:pt x="569" y="243"/>
                </a:lnTo>
                <a:lnTo>
                  <a:pt x="572" y="256"/>
                </a:lnTo>
                <a:lnTo>
                  <a:pt x="575" y="268"/>
                </a:lnTo>
                <a:lnTo>
                  <a:pt x="577" y="281"/>
                </a:lnTo>
                <a:lnTo>
                  <a:pt x="579" y="294"/>
                </a:lnTo>
                <a:lnTo>
                  <a:pt x="580" y="307"/>
                </a:lnTo>
                <a:lnTo>
                  <a:pt x="580" y="320"/>
                </a:lnTo>
                <a:lnTo>
                  <a:pt x="580" y="334"/>
                </a:lnTo>
                <a:lnTo>
                  <a:pt x="579" y="347"/>
                </a:lnTo>
                <a:lnTo>
                  <a:pt x="577" y="360"/>
                </a:lnTo>
                <a:lnTo>
                  <a:pt x="575" y="372"/>
                </a:lnTo>
                <a:lnTo>
                  <a:pt x="572" y="385"/>
                </a:lnTo>
                <a:lnTo>
                  <a:pt x="569" y="397"/>
                </a:lnTo>
                <a:lnTo>
                  <a:pt x="564" y="410"/>
                </a:lnTo>
                <a:lnTo>
                  <a:pt x="560" y="422"/>
                </a:lnTo>
                <a:lnTo>
                  <a:pt x="555" y="432"/>
                </a:lnTo>
                <a:lnTo>
                  <a:pt x="549" y="444"/>
                </a:lnTo>
                <a:lnTo>
                  <a:pt x="543" y="455"/>
                </a:lnTo>
                <a:lnTo>
                  <a:pt x="537" y="466"/>
                </a:lnTo>
                <a:lnTo>
                  <a:pt x="529" y="475"/>
                </a:lnTo>
                <a:lnTo>
                  <a:pt x="522" y="486"/>
                </a:lnTo>
                <a:lnTo>
                  <a:pt x="513" y="495"/>
                </a:lnTo>
                <a:lnTo>
                  <a:pt x="504" y="504"/>
                </a:lnTo>
                <a:lnTo>
                  <a:pt x="495" y="513"/>
                </a:lnTo>
                <a:lnTo>
                  <a:pt x="486" y="520"/>
                </a:lnTo>
                <a:lnTo>
                  <a:pt x="475" y="529"/>
                </a:lnTo>
                <a:lnTo>
                  <a:pt x="466" y="535"/>
                </a:lnTo>
                <a:lnTo>
                  <a:pt x="455" y="543"/>
                </a:lnTo>
                <a:lnTo>
                  <a:pt x="444" y="549"/>
                </a:lnTo>
                <a:lnTo>
                  <a:pt x="432" y="555"/>
                </a:lnTo>
                <a:lnTo>
                  <a:pt x="422" y="560"/>
                </a:lnTo>
                <a:lnTo>
                  <a:pt x="410" y="564"/>
                </a:lnTo>
                <a:lnTo>
                  <a:pt x="397" y="569"/>
                </a:lnTo>
                <a:lnTo>
                  <a:pt x="385" y="572"/>
                </a:lnTo>
                <a:lnTo>
                  <a:pt x="372" y="575"/>
                </a:lnTo>
                <a:lnTo>
                  <a:pt x="360" y="577"/>
                </a:lnTo>
                <a:lnTo>
                  <a:pt x="347" y="579"/>
                </a:lnTo>
                <a:lnTo>
                  <a:pt x="334" y="580"/>
                </a:lnTo>
                <a:lnTo>
                  <a:pt x="320" y="580"/>
                </a:lnTo>
                <a:lnTo>
                  <a:pt x="320" y="580"/>
                </a:lnTo>
                <a:close/>
                <a:moveTo>
                  <a:pt x="893" y="851"/>
                </a:moveTo>
                <a:lnTo>
                  <a:pt x="567" y="525"/>
                </a:lnTo>
                <a:lnTo>
                  <a:pt x="575" y="514"/>
                </a:lnTo>
                <a:lnTo>
                  <a:pt x="584" y="503"/>
                </a:lnTo>
                <a:lnTo>
                  <a:pt x="591" y="491"/>
                </a:lnTo>
                <a:lnTo>
                  <a:pt x="598" y="480"/>
                </a:lnTo>
                <a:lnTo>
                  <a:pt x="604" y="468"/>
                </a:lnTo>
                <a:lnTo>
                  <a:pt x="611" y="456"/>
                </a:lnTo>
                <a:lnTo>
                  <a:pt x="616" y="443"/>
                </a:lnTo>
                <a:lnTo>
                  <a:pt x="621" y="430"/>
                </a:lnTo>
                <a:lnTo>
                  <a:pt x="626" y="417"/>
                </a:lnTo>
                <a:lnTo>
                  <a:pt x="630" y="405"/>
                </a:lnTo>
                <a:lnTo>
                  <a:pt x="633" y="391"/>
                </a:lnTo>
                <a:lnTo>
                  <a:pt x="635" y="377"/>
                </a:lnTo>
                <a:lnTo>
                  <a:pt x="637" y="363"/>
                </a:lnTo>
                <a:lnTo>
                  <a:pt x="639" y="349"/>
                </a:lnTo>
                <a:lnTo>
                  <a:pt x="641" y="335"/>
                </a:lnTo>
                <a:lnTo>
                  <a:pt x="641" y="320"/>
                </a:lnTo>
                <a:lnTo>
                  <a:pt x="641" y="304"/>
                </a:lnTo>
                <a:lnTo>
                  <a:pt x="638" y="288"/>
                </a:lnTo>
                <a:lnTo>
                  <a:pt x="637" y="272"/>
                </a:lnTo>
                <a:lnTo>
                  <a:pt x="634" y="256"/>
                </a:lnTo>
                <a:lnTo>
                  <a:pt x="631" y="241"/>
                </a:lnTo>
                <a:lnTo>
                  <a:pt x="627" y="226"/>
                </a:lnTo>
                <a:lnTo>
                  <a:pt x="621" y="211"/>
                </a:lnTo>
                <a:lnTo>
                  <a:pt x="616" y="196"/>
                </a:lnTo>
                <a:lnTo>
                  <a:pt x="609" y="182"/>
                </a:lnTo>
                <a:lnTo>
                  <a:pt x="602" y="168"/>
                </a:lnTo>
                <a:lnTo>
                  <a:pt x="594" y="155"/>
                </a:lnTo>
                <a:lnTo>
                  <a:pt x="586" y="142"/>
                </a:lnTo>
                <a:lnTo>
                  <a:pt x="577" y="129"/>
                </a:lnTo>
                <a:lnTo>
                  <a:pt x="568" y="117"/>
                </a:lnTo>
                <a:lnTo>
                  <a:pt x="557" y="105"/>
                </a:lnTo>
                <a:lnTo>
                  <a:pt x="546" y="94"/>
                </a:lnTo>
                <a:lnTo>
                  <a:pt x="535" y="83"/>
                </a:lnTo>
                <a:lnTo>
                  <a:pt x="524" y="73"/>
                </a:lnTo>
                <a:lnTo>
                  <a:pt x="512" y="64"/>
                </a:lnTo>
                <a:lnTo>
                  <a:pt x="499" y="55"/>
                </a:lnTo>
                <a:lnTo>
                  <a:pt x="486" y="46"/>
                </a:lnTo>
                <a:lnTo>
                  <a:pt x="473" y="39"/>
                </a:lnTo>
                <a:lnTo>
                  <a:pt x="459" y="31"/>
                </a:lnTo>
                <a:lnTo>
                  <a:pt x="445" y="25"/>
                </a:lnTo>
                <a:lnTo>
                  <a:pt x="430" y="20"/>
                </a:lnTo>
                <a:lnTo>
                  <a:pt x="415" y="14"/>
                </a:lnTo>
                <a:lnTo>
                  <a:pt x="400" y="10"/>
                </a:lnTo>
                <a:lnTo>
                  <a:pt x="385" y="7"/>
                </a:lnTo>
                <a:lnTo>
                  <a:pt x="369" y="4"/>
                </a:lnTo>
                <a:lnTo>
                  <a:pt x="353" y="1"/>
                </a:lnTo>
                <a:lnTo>
                  <a:pt x="337" y="0"/>
                </a:lnTo>
                <a:lnTo>
                  <a:pt x="320" y="0"/>
                </a:lnTo>
                <a:lnTo>
                  <a:pt x="304" y="0"/>
                </a:lnTo>
                <a:lnTo>
                  <a:pt x="288" y="1"/>
                </a:lnTo>
                <a:lnTo>
                  <a:pt x="272" y="4"/>
                </a:lnTo>
                <a:lnTo>
                  <a:pt x="256" y="7"/>
                </a:lnTo>
                <a:lnTo>
                  <a:pt x="241" y="10"/>
                </a:lnTo>
                <a:lnTo>
                  <a:pt x="225" y="14"/>
                </a:lnTo>
                <a:lnTo>
                  <a:pt x="210" y="20"/>
                </a:lnTo>
                <a:lnTo>
                  <a:pt x="195" y="25"/>
                </a:lnTo>
                <a:lnTo>
                  <a:pt x="182" y="31"/>
                </a:lnTo>
                <a:lnTo>
                  <a:pt x="168" y="39"/>
                </a:lnTo>
                <a:lnTo>
                  <a:pt x="155" y="46"/>
                </a:lnTo>
                <a:lnTo>
                  <a:pt x="142" y="55"/>
                </a:lnTo>
                <a:lnTo>
                  <a:pt x="129" y="64"/>
                </a:lnTo>
                <a:lnTo>
                  <a:pt x="117" y="73"/>
                </a:lnTo>
                <a:lnTo>
                  <a:pt x="105" y="83"/>
                </a:lnTo>
                <a:lnTo>
                  <a:pt x="94" y="94"/>
                </a:lnTo>
                <a:lnTo>
                  <a:pt x="84" y="105"/>
                </a:lnTo>
                <a:lnTo>
                  <a:pt x="73" y="117"/>
                </a:lnTo>
                <a:lnTo>
                  <a:pt x="64" y="129"/>
                </a:lnTo>
                <a:lnTo>
                  <a:pt x="55" y="142"/>
                </a:lnTo>
                <a:lnTo>
                  <a:pt x="46" y="155"/>
                </a:lnTo>
                <a:lnTo>
                  <a:pt x="39" y="168"/>
                </a:lnTo>
                <a:lnTo>
                  <a:pt x="31" y="182"/>
                </a:lnTo>
                <a:lnTo>
                  <a:pt x="25" y="196"/>
                </a:lnTo>
                <a:lnTo>
                  <a:pt x="20" y="211"/>
                </a:lnTo>
                <a:lnTo>
                  <a:pt x="14" y="226"/>
                </a:lnTo>
                <a:lnTo>
                  <a:pt x="10" y="241"/>
                </a:lnTo>
                <a:lnTo>
                  <a:pt x="7" y="256"/>
                </a:lnTo>
                <a:lnTo>
                  <a:pt x="3" y="272"/>
                </a:lnTo>
                <a:lnTo>
                  <a:pt x="1" y="288"/>
                </a:lnTo>
                <a:lnTo>
                  <a:pt x="0" y="304"/>
                </a:lnTo>
                <a:lnTo>
                  <a:pt x="0" y="320"/>
                </a:lnTo>
                <a:lnTo>
                  <a:pt x="0" y="337"/>
                </a:lnTo>
                <a:lnTo>
                  <a:pt x="1" y="353"/>
                </a:lnTo>
                <a:lnTo>
                  <a:pt x="3" y="369"/>
                </a:lnTo>
                <a:lnTo>
                  <a:pt x="7" y="385"/>
                </a:lnTo>
                <a:lnTo>
                  <a:pt x="10" y="400"/>
                </a:lnTo>
                <a:lnTo>
                  <a:pt x="14" y="415"/>
                </a:lnTo>
                <a:lnTo>
                  <a:pt x="20" y="430"/>
                </a:lnTo>
                <a:lnTo>
                  <a:pt x="25" y="445"/>
                </a:lnTo>
                <a:lnTo>
                  <a:pt x="31" y="459"/>
                </a:lnTo>
                <a:lnTo>
                  <a:pt x="39" y="473"/>
                </a:lnTo>
                <a:lnTo>
                  <a:pt x="46" y="486"/>
                </a:lnTo>
                <a:lnTo>
                  <a:pt x="55" y="499"/>
                </a:lnTo>
                <a:lnTo>
                  <a:pt x="64" y="512"/>
                </a:lnTo>
                <a:lnTo>
                  <a:pt x="73" y="524"/>
                </a:lnTo>
                <a:lnTo>
                  <a:pt x="84" y="535"/>
                </a:lnTo>
                <a:lnTo>
                  <a:pt x="94" y="546"/>
                </a:lnTo>
                <a:lnTo>
                  <a:pt x="105" y="557"/>
                </a:lnTo>
                <a:lnTo>
                  <a:pt x="117" y="568"/>
                </a:lnTo>
                <a:lnTo>
                  <a:pt x="129" y="577"/>
                </a:lnTo>
                <a:lnTo>
                  <a:pt x="142" y="586"/>
                </a:lnTo>
                <a:lnTo>
                  <a:pt x="155" y="594"/>
                </a:lnTo>
                <a:lnTo>
                  <a:pt x="168" y="602"/>
                </a:lnTo>
                <a:lnTo>
                  <a:pt x="182" y="608"/>
                </a:lnTo>
                <a:lnTo>
                  <a:pt x="195" y="615"/>
                </a:lnTo>
                <a:lnTo>
                  <a:pt x="210" y="621"/>
                </a:lnTo>
                <a:lnTo>
                  <a:pt x="225" y="627"/>
                </a:lnTo>
                <a:lnTo>
                  <a:pt x="241" y="631"/>
                </a:lnTo>
                <a:lnTo>
                  <a:pt x="256" y="634"/>
                </a:lnTo>
                <a:lnTo>
                  <a:pt x="272" y="637"/>
                </a:lnTo>
                <a:lnTo>
                  <a:pt x="288" y="638"/>
                </a:lnTo>
                <a:lnTo>
                  <a:pt x="304" y="641"/>
                </a:lnTo>
                <a:lnTo>
                  <a:pt x="320" y="641"/>
                </a:lnTo>
                <a:lnTo>
                  <a:pt x="335" y="641"/>
                </a:lnTo>
                <a:lnTo>
                  <a:pt x="349" y="639"/>
                </a:lnTo>
                <a:lnTo>
                  <a:pt x="363" y="637"/>
                </a:lnTo>
                <a:lnTo>
                  <a:pt x="377" y="635"/>
                </a:lnTo>
                <a:lnTo>
                  <a:pt x="391" y="633"/>
                </a:lnTo>
                <a:lnTo>
                  <a:pt x="405" y="630"/>
                </a:lnTo>
                <a:lnTo>
                  <a:pt x="417" y="625"/>
                </a:lnTo>
                <a:lnTo>
                  <a:pt x="430" y="621"/>
                </a:lnTo>
                <a:lnTo>
                  <a:pt x="443" y="616"/>
                </a:lnTo>
                <a:lnTo>
                  <a:pt x="456" y="610"/>
                </a:lnTo>
                <a:lnTo>
                  <a:pt x="468" y="604"/>
                </a:lnTo>
                <a:lnTo>
                  <a:pt x="480" y="598"/>
                </a:lnTo>
                <a:lnTo>
                  <a:pt x="491" y="591"/>
                </a:lnTo>
                <a:lnTo>
                  <a:pt x="503" y="584"/>
                </a:lnTo>
                <a:lnTo>
                  <a:pt x="514" y="575"/>
                </a:lnTo>
                <a:lnTo>
                  <a:pt x="525" y="567"/>
                </a:lnTo>
                <a:lnTo>
                  <a:pt x="851" y="892"/>
                </a:lnTo>
                <a:lnTo>
                  <a:pt x="855" y="897"/>
                </a:lnTo>
                <a:lnTo>
                  <a:pt x="860" y="899"/>
                </a:lnTo>
                <a:lnTo>
                  <a:pt x="866" y="901"/>
                </a:lnTo>
                <a:lnTo>
                  <a:pt x="871" y="901"/>
                </a:lnTo>
                <a:lnTo>
                  <a:pt x="878" y="901"/>
                </a:lnTo>
                <a:lnTo>
                  <a:pt x="883" y="899"/>
                </a:lnTo>
                <a:lnTo>
                  <a:pt x="888" y="897"/>
                </a:lnTo>
                <a:lnTo>
                  <a:pt x="893" y="892"/>
                </a:lnTo>
                <a:lnTo>
                  <a:pt x="897" y="888"/>
                </a:lnTo>
                <a:lnTo>
                  <a:pt x="899" y="883"/>
                </a:lnTo>
                <a:lnTo>
                  <a:pt x="901" y="877"/>
                </a:lnTo>
                <a:lnTo>
                  <a:pt x="902" y="871"/>
                </a:lnTo>
                <a:lnTo>
                  <a:pt x="901" y="866"/>
                </a:lnTo>
                <a:lnTo>
                  <a:pt x="899" y="860"/>
                </a:lnTo>
                <a:lnTo>
                  <a:pt x="897" y="855"/>
                </a:lnTo>
                <a:lnTo>
                  <a:pt x="893" y="85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0" name="Group 49" descr="Icon of paper and pen. ">
            <a:extLst>
              <a:ext uri="{FF2B5EF4-FFF2-40B4-BE49-F238E27FC236}">
                <a16:creationId xmlns:a16="http://schemas.microsoft.com/office/drawing/2014/main" id="{2FA1B3F0-F0C6-4C2E-ABD3-6AE2AAF66A07}"/>
              </a:ext>
            </a:extLst>
          </p:cNvPr>
          <p:cNvGrpSpPr/>
          <p:nvPr/>
        </p:nvGrpSpPr>
        <p:grpSpPr>
          <a:xfrm>
            <a:off x="1989538" y="1368977"/>
            <a:ext cx="287337" cy="285750"/>
            <a:chOff x="7018338" y="4656138"/>
            <a:chExt cx="287337" cy="285750"/>
          </a:xfrm>
          <a:solidFill>
            <a:schemeClr val="bg1"/>
          </a:solidFill>
        </p:grpSpPr>
        <p:sp>
          <p:nvSpPr>
            <p:cNvPr id="51" name="Freeform 4604">
              <a:extLst>
                <a:ext uri="{FF2B5EF4-FFF2-40B4-BE49-F238E27FC236}">
                  <a16:creationId xmlns:a16="http://schemas.microsoft.com/office/drawing/2014/main" id="{F6337A0B-842D-4F0F-B93C-DA957BFFC13E}"/>
                </a:ext>
              </a:extLst>
            </p:cNvPr>
            <p:cNvSpPr>
              <a:spLocks noEditPoints="1"/>
            </p:cNvSpPr>
            <p:nvPr/>
          </p:nvSpPr>
          <p:spPr bwMode="auto">
            <a:xfrm>
              <a:off x="7018338" y="4656138"/>
              <a:ext cx="230188" cy="285750"/>
            </a:xfrm>
            <a:custGeom>
              <a:avLst/>
              <a:gdLst>
                <a:gd name="T0" fmla="*/ 351 w 723"/>
                <a:gd name="T1" fmla="*/ 416 h 903"/>
                <a:gd name="T2" fmla="*/ 348 w 723"/>
                <a:gd name="T3" fmla="*/ 400 h 903"/>
                <a:gd name="T4" fmla="*/ 362 w 723"/>
                <a:gd name="T5" fmla="*/ 391 h 903"/>
                <a:gd name="T6" fmla="*/ 525 w 723"/>
                <a:gd name="T7" fmla="*/ 398 h 903"/>
                <a:gd name="T8" fmla="*/ 525 w 723"/>
                <a:gd name="T9" fmla="*/ 414 h 903"/>
                <a:gd name="T10" fmla="*/ 513 w 723"/>
                <a:gd name="T11" fmla="*/ 572 h 903"/>
                <a:gd name="T12" fmla="*/ 349 w 723"/>
                <a:gd name="T13" fmla="*/ 565 h 903"/>
                <a:gd name="T14" fmla="*/ 349 w 723"/>
                <a:gd name="T15" fmla="*/ 548 h 903"/>
                <a:gd name="T16" fmla="*/ 513 w 723"/>
                <a:gd name="T17" fmla="*/ 542 h 903"/>
                <a:gd name="T18" fmla="*/ 526 w 723"/>
                <a:gd name="T19" fmla="*/ 551 h 903"/>
                <a:gd name="T20" fmla="*/ 523 w 723"/>
                <a:gd name="T21" fmla="*/ 568 h 903"/>
                <a:gd name="T22" fmla="*/ 362 w 723"/>
                <a:gd name="T23" fmla="*/ 722 h 903"/>
                <a:gd name="T24" fmla="*/ 348 w 723"/>
                <a:gd name="T25" fmla="*/ 713 h 903"/>
                <a:gd name="T26" fmla="*/ 351 w 723"/>
                <a:gd name="T27" fmla="*/ 696 h 903"/>
                <a:gd name="T28" fmla="*/ 515 w 723"/>
                <a:gd name="T29" fmla="*/ 693 h 903"/>
                <a:gd name="T30" fmla="*/ 528 w 723"/>
                <a:gd name="T31" fmla="*/ 704 h 903"/>
                <a:gd name="T32" fmla="*/ 521 w 723"/>
                <a:gd name="T33" fmla="*/ 720 h 903"/>
                <a:gd name="T34" fmla="*/ 232 w 723"/>
                <a:gd name="T35" fmla="*/ 405 h 903"/>
                <a:gd name="T36" fmla="*/ 198 w 723"/>
                <a:gd name="T37" fmla="*/ 381 h 903"/>
                <a:gd name="T38" fmla="*/ 200 w 723"/>
                <a:gd name="T39" fmla="*/ 365 h 903"/>
                <a:gd name="T40" fmla="*/ 217 w 723"/>
                <a:gd name="T41" fmla="*/ 362 h 903"/>
                <a:gd name="T42" fmla="*/ 296 w 723"/>
                <a:gd name="T43" fmla="*/ 302 h 903"/>
                <a:gd name="T44" fmla="*/ 312 w 723"/>
                <a:gd name="T45" fmla="*/ 306 h 903"/>
                <a:gd name="T46" fmla="*/ 315 w 723"/>
                <a:gd name="T47" fmla="*/ 321 h 903"/>
                <a:gd name="T48" fmla="*/ 226 w 723"/>
                <a:gd name="T49" fmla="*/ 556 h 903"/>
                <a:gd name="T50" fmla="*/ 197 w 723"/>
                <a:gd name="T51" fmla="*/ 529 h 903"/>
                <a:gd name="T52" fmla="*/ 203 w 723"/>
                <a:gd name="T53" fmla="*/ 514 h 903"/>
                <a:gd name="T54" fmla="*/ 219 w 723"/>
                <a:gd name="T55" fmla="*/ 514 h 903"/>
                <a:gd name="T56" fmla="*/ 298 w 723"/>
                <a:gd name="T57" fmla="*/ 451 h 903"/>
                <a:gd name="T58" fmla="*/ 314 w 723"/>
                <a:gd name="T59" fmla="*/ 458 h 903"/>
                <a:gd name="T60" fmla="*/ 314 w 723"/>
                <a:gd name="T61" fmla="*/ 475 h 903"/>
                <a:gd name="T62" fmla="*/ 155 w 723"/>
                <a:gd name="T63" fmla="*/ 238 h 903"/>
                <a:gd name="T64" fmla="*/ 208 w 723"/>
                <a:gd name="T65" fmla="*/ 197 h 903"/>
                <a:gd name="T66" fmla="*/ 164 w 723"/>
                <a:gd name="T67" fmla="*/ 236 h 903"/>
                <a:gd name="T68" fmla="*/ 31 w 723"/>
                <a:gd name="T69" fmla="*/ 125 h 903"/>
                <a:gd name="T70" fmla="*/ 53 w 723"/>
                <a:gd name="T71" fmla="*/ 68 h 903"/>
                <a:gd name="T72" fmla="*/ 101 w 723"/>
                <a:gd name="T73" fmla="*/ 35 h 903"/>
                <a:gd name="T74" fmla="*/ 150 w 723"/>
                <a:gd name="T75" fmla="*/ 36 h 903"/>
                <a:gd name="T76" fmla="*/ 210 w 723"/>
                <a:gd name="T77" fmla="*/ 80 h 903"/>
                <a:gd name="T78" fmla="*/ 226 w 723"/>
                <a:gd name="T79" fmla="*/ 143 h 903"/>
                <a:gd name="T80" fmla="*/ 125 w 723"/>
                <a:gd name="T81" fmla="*/ 154 h 903"/>
                <a:gd name="T82" fmla="*/ 136 w 723"/>
                <a:gd name="T83" fmla="*/ 0 h 903"/>
                <a:gd name="T84" fmla="*/ 104 w 723"/>
                <a:gd name="T85" fmla="*/ 2 h 903"/>
                <a:gd name="T86" fmla="*/ 39 w 723"/>
                <a:gd name="T87" fmla="*/ 40 h 903"/>
                <a:gd name="T88" fmla="*/ 4 w 723"/>
                <a:gd name="T89" fmla="*/ 108 h 903"/>
                <a:gd name="T90" fmla="*/ 4 w 723"/>
                <a:gd name="T91" fmla="*/ 625 h 903"/>
                <a:gd name="T92" fmla="*/ 121 w 723"/>
                <a:gd name="T93" fmla="*/ 632 h 903"/>
                <a:gd name="T94" fmla="*/ 128 w 723"/>
                <a:gd name="T95" fmla="*/ 901 h 903"/>
                <a:gd name="T96" fmla="*/ 593 w 723"/>
                <a:gd name="T97" fmla="*/ 902 h 903"/>
                <a:gd name="T98" fmla="*/ 603 w 723"/>
                <a:gd name="T99" fmla="*/ 888 h 903"/>
                <a:gd name="T100" fmla="*/ 660 w 723"/>
                <a:gd name="T101" fmla="*/ 248 h 903"/>
                <a:gd name="T102" fmla="*/ 708 w 723"/>
                <a:gd name="T103" fmla="*/ 194 h 903"/>
                <a:gd name="T104" fmla="*/ 723 w 723"/>
                <a:gd name="T105" fmla="*/ 121 h 903"/>
                <a:gd name="T106" fmla="*/ 691 w 723"/>
                <a:gd name="T107" fmla="*/ 50 h 903"/>
                <a:gd name="T108" fmla="*/ 627 w 723"/>
                <a:gd name="T109" fmla="*/ 6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3" h="903">
                  <a:moveTo>
                    <a:pt x="513" y="421"/>
                  </a:moveTo>
                  <a:lnTo>
                    <a:pt x="362" y="421"/>
                  </a:lnTo>
                  <a:lnTo>
                    <a:pt x="359" y="421"/>
                  </a:lnTo>
                  <a:lnTo>
                    <a:pt x="356" y="420"/>
                  </a:lnTo>
                  <a:lnTo>
                    <a:pt x="354" y="418"/>
                  </a:lnTo>
                  <a:lnTo>
                    <a:pt x="351" y="416"/>
                  </a:lnTo>
                  <a:lnTo>
                    <a:pt x="349" y="414"/>
                  </a:lnTo>
                  <a:lnTo>
                    <a:pt x="348" y="412"/>
                  </a:lnTo>
                  <a:lnTo>
                    <a:pt x="347" y="409"/>
                  </a:lnTo>
                  <a:lnTo>
                    <a:pt x="347" y="406"/>
                  </a:lnTo>
                  <a:lnTo>
                    <a:pt x="347" y="403"/>
                  </a:lnTo>
                  <a:lnTo>
                    <a:pt x="348" y="400"/>
                  </a:lnTo>
                  <a:lnTo>
                    <a:pt x="349" y="398"/>
                  </a:lnTo>
                  <a:lnTo>
                    <a:pt x="351" y="396"/>
                  </a:lnTo>
                  <a:lnTo>
                    <a:pt x="354" y="394"/>
                  </a:lnTo>
                  <a:lnTo>
                    <a:pt x="356" y="393"/>
                  </a:lnTo>
                  <a:lnTo>
                    <a:pt x="359" y="391"/>
                  </a:lnTo>
                  <a:lnTo>
                    <a:pt x="362" y="391"/>
                  </a:lnTo>
                  <a:lnTo>
                    <a:pt x="513" y="391"/>
                  </a:lnTo>
                  <a:lnTo>
                    <a:pt x="515" y="391"/>
                  </a:lnTo>
                  <a:lnTo>
                    <a:pt x="519" y="393"/>
                  </a:lnTo>
                  <a:lnTo>
                    <a:pt x="521" y="394"/>
                  </a:lnTo>
                  <a:lnTo>
                    <a:pt x="523" y="396"/>
                  </a:lnTo>
                  <a:lnTo>
                    <a:pt x="525" y="398"/>
                  </a:lnTo>
                  <a:lnTo>
                    <a:pt x="526" y="400"/>
                  </a:lnTo>
                  <a:lnTo>
                    <a:pt x="528" y="403"/>
                  </a:lnTo>
                  <a:lnTo>
                    <a:pt x="528" y="406"/>
                  </a:lnTo>
                  <a:lnTo>
                    <a:pt x="528" y="409"/>
                  </a:lnTo>
                  <a:lnTo>
                    <a:pt x="526" y="412"/>
                  </a:lnTo>
                  <a:lnTo>
                    <a:pt x="525" y="414"/>
                  </a:lnTo>
                  <a:lnTo>
                    <a:pt x="523" y="416"/>
                  </a:lnTo>
                  <a:lnTo>
                    <a:pt x="521" y="418"/>
                  </a:lnTo>
                  <a:lnTo>
                    <a:pt x="519" y="420"/>
                  </a:lnTo>
                  <a:lnTo>
                    <a:pt x="515" y="421"/>
                  </a:lnTo>
                  <a:lnTo>
                    <a:pt x="513" y="421"/>
                  </a:lnTo>
                  <a:close/>
                  <a:moveTo>
                    <a:pt x="513" y="572"/>
                  </a:moveTo>
                  <a:lnTo>
                    <a:pt x="362" y="572"/>
                  </a:lnTo>
                  <a:lnTo>
                    <a:pt x="359" y="571"/>
                  </a:lnTo>
                  <a:lnTo>
                    <a:pt x="356" y="571"/>
                  </a:lnTo>
                  <a:lnTo>
                    <a:pt x="354" y="569"/>
                  </a:lnTo>
                  <a:lnTo>
                    <a:pt x="351" y="568"/>
                  </a:lnTo>
                  <a:lnTo>
                    <a:pt x="349" y="565"/>
                  </a:lnTo>
                  <a:lnTo>
                    <a:pt x="348" y="563"/>
                  </a:lnTo>
                  <a:lnTo>
                    <a:pt x="347" y="560"/>
                  </a:lnTo>
                  <a:lnTo>
                    <a:pt x="347" y="556"/>
                  </a:lnTo>
                  <a:lnTo>
                    <a:pt x="347" y="554"/>
                  </a:lnTo>
                  <a:lnTo>
                    <a:pt x="348" y="551"/>
                  </a:lnTo>
                  <a:lnTo>
                    <a:pt x="349" y="548"/>
                  </a:lnTo>
                  <a:lnTo>
                    <a:pt x="351" y="546"/>
                  </a:lnTo>
                  <a:lnTo>
                    <a:pt x="354" y="544"/>
                  </a:lnTo>
                  <a:lnTo>
                    <a:pt x="356" y="543"/>
                  </a:lnTo>
                  <a:lnTo>
                    <a:pt x="359" y="542"/>
                  </a:lnTo>
                  <a:lnTo>
                    <a:pt x="362" y="542"/>
                  </a:lnTo>
                  <a:lnTo>
                    <a:pt x="513" y="542"/>
                  </a:lnTo>
                  <a:lnTo>
                    <a:pt x="515" y="542"/>
                  </a:lnTo>
                  <a:lnTo>
                    <a:pt x="519" y="543"/>
                  </a:lnTo>
                  <a:lnTo>
                    <a:pt x="521" y="544"/>
                  </a:lnTo>
                  <a:lnTo>
                    <a:pt x="523" y="546"/>
                  </a:lnTo>
                  <a:lnTo>
                    <a:pt x="525" y="548"/>
                  </a:lnTo>
                  <a:lnTo>
                    <a:pt x="526" y="551"/>
                  </a:lnTo>
                  <a:lnTo>
                    <a:pt x="528" y="554"/>
                  </a:lnTo>
                  <a:lnTo>
                    <a:pt x="528" y="556"/>
                  </a:lnTo>
                  <a:lnTo>
                    <a:pt x="528" y="560"/>
                  </a:lnTo>
                  <a:lnTo>
                    <a:pt x="526" y="563"/>
                  </a:lnTo>
                  <a:lnTo>
                    <a:pt x="525" y="565"/>
                  </a:lnTo>
                  <a:lnTo>
                    <a:pt x="523" y="568"/>
                  </a:lnTo>
                  <a:lnTo>
                    <a:pt x="521" y="569"/>
                  </a:lnTo>
                  <a:lnTo>
                    <a:pt x="519" y="571"/>
                  </a:lnTo>
                  <a:lnTo>
                    <a:pt x="515" y="571"/>
                  </a:lnTo>
                  <a:lnTo>
                    <a:pt x="513" y="572"/>
                  </a:lnTo>
                  <a:close/>
                  <a:moveTo>
                    <a:pt x="513" y="722"/>
                  </a:moveTo>
                  <a:lnTo>
                    <a:pt x="362" y="722"/>
                  </a:lnTo>
                  <a:lnTo>
                    <a:pt x="359" y="722"/>
                  </a:lnTo>
                  <a:lnTo>
                    <a:pt x="356" y="721"/>
                  </a:lnTo>
                  <a:lnTo>
                    <a:pt x="354" y="720"/>
                  </a:lnTo>
                  <a:lnTo>
                    <a:pt x="351" y="718"/>
                  </a:lnTo>
                  <a:lnTo>
                    <a:pt x="349" y="716"/>
                  </a:lnTo>
                  <a:lnTo>
                    <a:pt x="348" y="713"/>
                  </a:lnTo>
                  <a:lnTo>
                    <a:pt x="347" y="710"/>
                  </a:lnTo>
                  <a:lnTo>
                    <a:pt x="347" y="708"/>
                  </a:lnTo>
                  <a:lnTo>
                    <a:pt x="347" y="704"/>
                  </a:lnTo>
                  <a:lnTo>
                    <a:pt x="348" y="702"/>
                  </a:lnTo>
                  <a:lnTo>
                    <a:pt x="349" y="699"/>
                  </a:lnTo>
                  <a:lnTo>
                    <a:pt x="351" y="696"/>
                  </a:lnTo>
                  <a:lnTo>
                    <a:pt x="354" y="695"/>
                  </a:lnTo>
                  <a:lnTo>
                    <a:pt x="356" y="693"/>
                  </a:lnTo>
                  <a:lnTo>
                    <a:pt x="359" y="693"/>
                  </a:lnTo>
                  <a:lnTo>
                    <a:pt x="362" y="692"/>
                  </a:lnTo>
                  <a:lnTo>
                    <a:pt x="513" y="692"/>
                  </a:lnTo>
                  <a:lnTo>
                    <a:pt x="515" y="693"/>
                  </a:lnTo>
                  <a:lnTo>
                    <a:pt x="519" y="693"/>
                  </a:lnTo>
                  <a:lnTo>
                    <a:pt x="521" y="695"/>
                  </a:lnTo>
                  <a:lnTo>
                    <a:pt x="523" y="696"/>
                  </a:lnTo>
                  <a:lnTo>
                    <a:pt x="525" y="699"/>
                  </a:lnTo>
                  <a:lnTo>
                    <a:pt x="526" y="702"/>
                  </a:lnTo>
                  <a:lnTo>
                    <a:pt x="528" y="704"/>
                  </a:lnTo>
                  <a:lnTo>
                    <a:pt x="528" y="708"/>
                  </a:lnTo>
                  <a:lnTo>
                    <a:pt x="528" y="710"/>
                  </a:lnTo>
                  <a:lnTo>
                    <a:pt x="526" y="713"/>
                  </a:lnTo>
                  <a:lnTo>
                    <a:pt x="525" y="716"/>
                  </a:lnTo>
                  <a:lnTo>
                    <a:pt x="523" y="718"/>
                  </a:lnTo>
                  <a:lnTo>
                    <a:pt x="521" y="720"/>
                  </a:lnTo>
                  <a:lnTo>
                    <a:pt x="519" y="721"/>
                  </a:lnTo>
                  <a:lnTo>
                    <a:pt x="515" y="722"/>
                  </a:lnTo>
                  <a:lnTo>
                    <a:pt x="513" y="722"/>
                  </a:lnTo>
                  <a:close/>
                  <a:moveTo>
                    <a:pt x="312" y="326"/>
                  </a:moveTo>
                  <a:lnTo>
                    <a:pt x="237" y="402"/>
                  </a:lnTo>
                  <a:lnTo>
                    <a:pt x="232" y="405"/>
                  </a:lnTo>
                  <a:lnTo>
                    <a:pt x="226" y="406"/>
                  </a:lnTo>
                  <a:lnTo>
                    <a:pt x="220" y="405"/>
                  </a:lnTo>
                  <a:lnTo>
                    <a:pt x="216" y="402"/>
                  </a:lnTo>
                  <a:lnTo>
                    <a:pt x="200" y="387"/>
                  </a:lnTo>
                  <a:lnTo>
                    <a:pt x="199" y="385"/>
                  </a:lnTo>
                  <a:lnTo>
                    <a:pt x="198" y="381"/>
                  </a:lnTo>
                  <a:lnTo>
                    <a:pt x="197" y="379"/>
                  </a:lnTo>
                  <a:lnTo>
                    <a:pt x="197" y="376"/>
                  </a:lnTo>
                  <a:lnTo>
                    <a:pt x="197" y="373"/>
                  </a:lnTo>
                  <a:lnTo>
                    <a:pt x="198" y="370"/>
                  </a:lnTo>
                  <a:lnTo>
                    <a:pt x="199" y="368"/>
                  </a:lnTo>
                  <a:lnTo>
                    <a:pt x="200" y="365"/>
                  </a:lnTo>
                  <a:lnTo>
                    <a:pt x="203" y="363"/>
                  </a:lnTo>
                  <a:lnTo>
                    <a:pt x="206" y="362"/>
                  </a:lnTo>
                  <a:lnTo>
                    <a:pt x="208" y="361"/>
                  </a:lnTo>
                  <a:lnTo>
                    <a:pt x="211" y="361"/>
                  </a:lnTo>
                  <a:lnTo>
                    <a:pt x="214" y="361"/>
                  </a:lnTo>
                  <a:lnTo>
                    <a:pt x="217" y="362"/>
                  </a:lnTo>
                  <a:lnTo>
                    <a:pt x="219" y="363"/>
                  </a:lnTo>
                  <a:lnTo>
                    <a:pt x="221" y="365"/>
                  </a:lnTo>
                  <a:lnTo>
                    <a:pt x="226" y="370"/>
                  </a:lnTo>
                  <a:lnTo>
                    <a:pt x="290" y="306"/>
                  </a:lnTo>
                  <a:lnTo>
                    <a:pt x="294" y="303"/>
                  </a:lnTo>
                  <a:lnTo>
                    <a:pt x="296" y="302"/>
                  </a:lnTo>
                  <a:lnTo>
                    <a:pt x="298" y="301"/>
                  </a:lnTo>
                  <a:lnTo>
                    <a:pt x="302" y="301"/>
                  </a:lnTo>
                  <a:lnTo>
                    <a:pt x="304" y="301"/>
                  </a:lnTo>
                  <a:lnTo>
                    <a:pt x="307" y="302"/>
                  </a:lnTo>
                  <a:lnTo>
                    <a:pt x="310" y="303"/>
                  </a:lnTo>
                  <a:lnTo>
                    <a:pt x="312" y="306"/>
                  </a:lnTo>
                  <a:lnTo>
                    <a:pt x="314" y="308"/>
                  </a:lnTo>
                  <a:lnTo>
                    <a:pt x="315" y="310"/>
                  </a:lnTo>
                  <a:lnTo>
                    <a:pt x="316" y="312"/>
                  </a:lnTo>
                  <a:lnTo>
                    <a:pt x="316" y="316"/>
                  </a:lnTo>
                  <a:lnTo>
                    <a:pt x="316" y="319"/>
                  </a:lnTo>
                  <a:lnTo>
                    <a:pt x="315" y="321"/>
                  </a:lnTo>
                  <a:lnTo>
                    <a:pt x="314" y="324"/>
                  </a:lnTo>
                  <a:lnTo>
                    <a:pt x="312" y="326"/>
                  </a:lnTo>
                  <a:close/>
                  <a:moveTo>
                    <a:pt x="312" y="477"/>
                  </a:moveTo>
                  <a:lnTo>
                    <a:pt x="237" y="552"/>
                  </a:lnTo>
                  <a:lnTo>
                    <a:pt x="232" y="555"/>
                  </a:lnTo>
                  <a:lnTo>
                    <a:pt x="226" y="556"/>
                  </a:lnTo>
                  <a:lnTo>
                    <a:pt x="220" y="555"/>
                  </a:lnTo>
                  <a:lnTo>
                    <a:pt x="216" y="552"/>
                  </a:lnTo>
                  <a:lnTo>
                    <a:pt x="200" y="537"/>
                  </a:lnTo>
                  <a:lnTo>
                    <a:pt x="199" y="535"/>
                  </a:lnTo>
                  <a:lnTo>
                    <a:pt x="198" y="533"/>
                  </a:lnTo>
                  <a:lnTo>
                    <a:pt x="197" y="529"/>
                  </a:lnTo>
                  <a:lnTo>
                    <a:pt x="197" y="527"/>
                  </a:lnTo>
                  <a:lnTo>
                    <a:pt x="197" y="524"/>
                  </a:lnTo>
                  <a:lnTo>
                    <a:pt x="198" y="521"/>
                  </a:lnTo>
                  <a:lnTo>
                    <a:pt x="199" y="518"/>
                  </a:lnTo>
                  <a:lnTo>
                    <a:pt x="200" y="516"/>
                  </a:lnTo>
                  <a:lnTo>
                    <a:pt x="203" y="514"/>
                  </a:lnTo>
                  <a:lnTo>
                    <a:pt x="206" y="512"/>
                  </a:lnTo>
                  <a:lnTo>
                    <a:pt x="208" y="512"/>
                  </a:lnTo>
                  <a:lnTo>
                    <a:pt x="211" y="511"/>
                  </a:lnTo>
                  <a:lnTo>
                    <a:pt x="214" y="512"/>
                  </a:lnTo>
                  <a:lnTo>
                    <a:pt x="217" y="512"/>
                  </a:lnTo>
                  <a:lnTo>
                    <a:pt x="219" y="514"/>
                  </a:lnTo>
                  <a:lnTo>
                    <a:pt x="221" y="516"/>
                  </a:lnTo>
                  <a:lnTo>
                    <a:pt x="226" y="520"/>
                  </a:lnTo>
                  <a:lnTo>
                    <a:pt x="290" y="456"/>
                  </a:lnTo>
                  <a:lnTo>
                    <a:pt x="294" y="454"/>
                  </a:lnTo>
                  <a:lnTo>
                    <a:pt x="296" y="452"/>
                  </a:lnTo>
                  <a:lnTo>
                    <a:pt x="298" y="451"/>
                  </a:lnTo>
                  <a:lnTo>
                    <a:pt x="302" y="451"/>
                  </a:lnTo>
                  <a:lnTo>
                    <a:pt x="304" y="451"/>
                  </a:lnTo>
                  <a:lnTo>
                    <a:pt x="307" y="452"/>
                  </a:lnTo>
                  <a:lnTo>
                    <a:pt x="310" y="454"/>
                  </a:lnTo>
                  <a:lnTo>
                    <a:pt x="312" y="456"/>
                  </a:lnTo>
                  <a:lnTo>
                    <a:pt x="314" y="458"/>
                  </a:lnTo>
                  <a:lnTo>
                    <a:pt x="315" y="460"/>
                  </a:lnTo>
                  <a:lnTo>
                    <a:pt x="316" y="464"/>
                  </a:lnTo>
                  <a:lnTo>
                    <a:pt x="316" y="466"/>
                  </a:lnTo>
                  <a:lnTo>
                    <a:pt x="316" y="469"/>
                  </a:lnTo>
                  <a:lnTo>
                    <a:pt x="315" y="472"/>
                  </a:lnTo>
                  <a:lnTo>
                    <a:pt x="314" y="475"/>
                  </a:lnTo>
                  <a:lnTo>
                    <a:pt x="312" y="477"/>
                  </a:lnTo>
                  <a:close/>
                  <a:moveTo>
                    <a:pt x="164" y="236"/>
                  </a:moveTo>
                  <a:lnTo>
                    <a:pt x="162" y="237"/>
                  </a:lnTo>
                  <a:lnTo>
                    <a:pt x="158" y="238"/>
                  </a:lnTo>
                  <a:lnTo>
                    <a:pt x="157" y="238"/>
                  </a:lnTo>
                  <a:lnTo>
                    <a:pt x="155" y="238"/>
                  </a:lnTo>
                  <a:lnTo>
                    <a:pt x="153" y="239"/>
                  </a:lnTo>
                  <a:lnTo>
                    <a:pt x="151" y="239"/>
                  </a:lnTo>
                  <a:lnTo>
                    <a:pt x="151" y="180"/>
                  </a:lnTo>
                  <a:lnTo>
                    <a:pt x="217" y="180"/>
                  </a:lnTo>
                  <a:lnTo>
                    <a:pt x="214" y="188"/>
                  </a:lnTo>
                  <a:lnTo>
                    <a:pt x="208" y="197"/>
                  </a:lnTo>
                  <a:lnTo>
                    <a:pt x="203" y="205"/>
                  </a:lnTo>
                  <a:lnTo>
                    <a:pt x="197" y="212"/>
                  </a:lnTo>
                  <a:lnTo>
                    <a:pt x="190" y="220"/>
                  </a:lnTo>
                  <a:lnTo>
                    <a:pt x="182" y="225"/>
                  </a:lnTo>
                  <a:lnTo>
                    <a:pt x="173" y="231"/>
                  </a:lnTo>
                  <a:lnTo>
                    <a:pt x="164" y="236"/>
                  </a:lnTo>
                  <a:close/>
                  <a:moveTo>
                    <a:pt x="121" y="166"/>
                  </a:moveTo>
                  <a:lnTo>
                    <a:pt x="121" y="256"/>
                  </a:lnTo>
                  <a:lnTo>
                    <a:pt x="121" y="601"/>
                  </a:lnTo>
                  <a:lnTo>
                    <a:pt x="31" y="601"/>
                  </a:lnTo>
                  <a:lnTo>
                    <a:pt x="31" y="135"/>
                  </a:lnTo>
                  <a:lnTo>
                    <a:pt x="31" y="125"/>
                  </a:lnTo>
                  <a:lnTo>
                    <a:pt x="33" y="115"/>
                  </a:lnTo>
                  <a:lnTo>
                    <a:pt x="35" y="105"/>
                  </a:lnTo>
                  <a:lnTo>
                    <a:pt x="39" y="94"/>
                  </a:lnTo>
                  <a:lnTo>
                    <a:pt x="43" y="85"/>
                  </a:lnTo>
                  <a:lnTo>
                    <a:pt x="48" y="77"/>
                  </a:lnTo>
                  <a:lnTo>
                    <a:pt x="53" y="68"/>
                  </a:lnTo>
                  <a:lnTo>
                    <a:pt x="60" y="62"/>
                  </a:lnTo>
                  <a:lnTo>
                    <a:pt x="67" y="55"/>
                  </a:lnTo>
                  <a:lnTo>
                    <a:pt x="75" y="48"/>
                  </a:lnTo>
                  <a:lnTo>
                    <a:pt x="83" y="42"/>
                  </a:lnTo>
                  <a:lnTo>
                    <a:pt x="92" y="38"/>
                  </a:lnTo>
                  <a:lnTo>
                    <a:pt x="101" y="35"/>
                  </a:lnTo>
                  <a:lnTo>
                    <a:pt x="110" y="32"/>
                  </a:lnTo>
                  <a:lnTo>
                    <a:pt x="120" y="30"/>
                  </a:lnTo>
                  <a:lnTo>
                    <a:pt x="129" y="30"/>
                  </a:lnTo>
                  <a:lnTo>
                    <a:pt x="132" y="30"/>
                  </a:lnTo>
                  <a:lnTo>
                    <a:pt x="135" y="30"/>
                  </a:lnTo>
                  <a:lnTo>
                    <a:pt x="150" y="36"/>
                  </a:lnTo>
                  <a:lnTo>
                    <a:pt x="164" y="41"/>
                  </a:lnTo>
                  <a:lnTo>
                    <a:pt x="176" y="48"/>
                  </a:lnTo>
                  <a:lnTo>
                    <a:pt x="188" y="56"/>
                  </a:lnTo>
                  <a:lnTo>
                    <a:pt x="197" y="63"/>
                  </a:lnTo>
                  <a:lnTo>
                    <a:pt x="205" y="71"/>
                  </a:lnTo>
                  <a:lnTo>
                    <a:pt x="210" y="80"/>
                  </a:lnTo>
                  <a:lnTo>
                    <a:pt x="216" y="88"/>
                  </a:lnTo>
                  <a:lnTo>
                    <a:pt x="220" y="99"/>
                  </a:lnTo>
                  <a:lnTo>
                    <a:pt x="224" y="110"/>
                  </a:lnTo>
                  <a:lnTo>
                    <a:pt x="226" y="123"/>
                  </a:lnTo>
                  <a:lnTo>
                    <a:pt x="226" y="135"/>
                  </a:lnTo>
                  <a:lnTo>
                    <a:pt x="226" y="143"/>
                  </a:lnTo>
                  <a:lnTo>
                    <a:pt x="225" y="150"/>
                  </a:lnTo>
                  <a:lnTo>
                    <a:pt x="136" y="150"/>
                  </a:lnTo>
                  <a:lnTo>
                    <a:pt x="133" y="151"/>
                  </a:lnTo>
                  <a:lnTo>
                    <a:pt x="130" y="151"/>
                  </a:lnTo>
                  <a:lnTo>
                    <a:pt x="128" y="153"/>
                  </a:lnTo>
                  <a:lnTo>
                    <a:pt x="125" y="154"/>
                  </a:lnTo>
                  <a:lnTo>
                    <a:pt x="123" y="156"/>
                  </a:lnTo>
                  <a:lnTo>
                    <a:pt x="122" y="160"/>
                  </a:lnTo>
                  <a:lnTo>
                    <a:pt x="121" y="162"/>
                  </a:lnTo>
                  <a:lnTo>
                    <a:pt x="121" y="166"/>
                  </a:lnTo>
                  <a:close/>
                  <a:moveTo>
                    <a:pt x="587" y="0"/>
                  </a:moveTo>
                  <a:lnTo>
                    <a:pt x="136" y="0"/>
                  </a:lnTo>
                  <a:lnTo>
                    <a:pt x="136" y="0"/>
                  </a:lnTo>
                  <a:lnTo>
                    <a:pt x="135" y="0"/>
                  </a:lnTo>
                  <a:lnTo>
                    <a:pt x="132" y="0"/>
                  </a:lnTo>
                  <a:lnTo>
                    <a:pt x="129" y="0"/>
                  </a:lnTo>
                  <a:lnTo>
                    <a:pt x="116" y="1"/>
                  </a:lnTo>
                  <a:lnTo>
                    <a:pt x="104" y="2"/>
                  </a:lnTo>
                  <a:lnTo>
                    <a:pt x="92" y="5"/>
                  </a:lnTo>
                  <a:lnTo>
                    <a:pt x="80" y="11"/>
                  </a:lnTo>
                  <a:lnTo>
                    <a:pt x="69" y="16"/>
                  </a:lnTo>
                  <a:lnTo>
                    <a:pt x="58" y="23"/>
                  </a:lnTo>
                  <a:lnTo>
                    <a:pt x="48" y="31"/>
                  </a:lnTo>
                  <a:lnTo>
                    <a:pt x="39" y="40"/>
                  </a:lnTo>
                  <a:lnTo>
                    <a:pt x="31" y="49"/>
                  </a:lnTo>
                  <a:lnTo>
                    <a:pt x="23" y="59"/>
                  </a:lnTo>
                  <a:lnTo>
                    <a:pt x="16" y="71"/>
                  </a:lnTo>
                  <a:lnTo>
                    <a:pt x="10" y="83"/>
                  </a:lnTo>
                  <a:lnTo>
                    <a:pt x="6" y="95"/>
                  </a:lnTo>
                  <a:lnTo>
                    <a:pt x="4" y="108"/>
                  </a:lnTo>
                  <a:lnTo>
                    <a:pt x="1" y="121"/>
                  </a:lnTo>
                  <a:lnTo>
                    <a:pt x="0" y="135"/>
                  </a:lnTo>
                  <a:lnTo>
                    <a:pt x="0" y="617"/>
                  </a:lnTo>
                  <a:lnTo>
                    <a:pt x="1" y="620"/>
                  </a:lnTo>
                  <a:lnTo>
                    <a:pt x="1" y="623"/>
                  </a:lnTo>
                  <a:lnTo>
                    <a:pt x="4" y="625"/>
                  </a:lnTo>
                  <a:lnTo>
                    <a:pt x="5" y="627"/>
                  </a:lnTo>
                  <a:lnTo>
                    <a:pt x="7" y="630"/>
                  </a:lnTo>
                  <a:lnTo>
                    <a:pt x="9" y="631"/>
                  </a:lnTo>
                  <a:lnTo>
                    <a:pt x="13" y="632"/>
                  </a:lnTo>
                  <a:lnTo>
                    <a:pt x="16" y="632"/>
                  </a:lnTo>
                  <a:lnTo>
                    <a:pt x="121" y="632"/>
                  </a:lnTo>
                  <a:lnTo>
                    <a:pt x="121" y="888"/>
                  </a:lnTo>
                  <a:lnTo>
                    <a:pt x="121" y="891"/>
                  </a:lnTo>
                  <a:lnTo>
                    <a:pt x="122" y="894"/>
                  </a:lnTo>
                  <a:lnTo>
                    <a:pt x="123" y="896"/>
                  </a:lnTo>
                  <a:lnTo>
                    <a:pt x="125" y="898"/>
                  </a:lnTo>
                  <a:lnTo>
                    <a:pt x="128" y="901"/>
                  </a:lnTo>
                  <a:lnTo>
                    <a:pt x="130" y="902"/>
                  </a:lnTo>
                  <a:lnTo>
                    <a:pt x="133" y="903"/>
                  </a:lnTo>
                  <a:lnTo>
                    <a:pt x="136" y="903"/>
                  </a:lnTo>
                  <a:lnTo>
                    <a:pt x="587" y="903"/>
                  </a:lnTo>
                  <a:lnTo>
                    <a:pt x="591" y="903"/>
                  </a:lnTo>
                  <a:lnTo>
                    <a:pt x="593" y="902"/>
                  </a:lnTo>
                  <a:lnTo>
                    <a:pt x="596" y="901"/>
                  </a:lnTo>
                  <a:lnTo>
                    <a:pt x="599" y="898"/>
                  </a:lnTo>
                  <a:lnTo>
                    <a:pt x="600" y="896"/>
                  </a:lnTo>
                  <a:lnTo>
                    <a:pt x="602" y="894"/>
                  </a:lnTo>
                  <a:lnTo>
                    <a:pt x="602" y="891"/>
                  </a:lnTo>
                  <a:lnTo>
                    <a:pt x="603" y="888"/>
                  </a:lnTo>
                  <a:lnTo>
                    <a:pt x="603" y="269"/>
                  </a:lnTo>
                  <a:lnTo>
                    <a:pt x="615" y="267"/>
                  </a:lnTo>
                  <a:lnTo>
                    <a:pt x="627" y="264"/>
                  </a:lnTo>
                  <a:lnTo>
                    <a:pt x="638" y="259"/>
                  </a:lnTo>
                  <a:lnTo>
                    <a:pt x="648" y="255"/>
                  </a:lnTo>
                  <a:lnTo>
                    <a:pt x="660" y="248"/>
                  </a:lnTo>
                  <a:lnTo>
                    <a:pt x="670" y="241"/>
                  </a:lnTo>
                  <a:lnTo>
                    <a:pt x="679" y="232"/>
                  </a:lnTo>
                  <a:lnTo>
                    <a:pt x="687" y="224"/>
                  </a:lnTo>
                  <a:lnTo>
                    <a:pt x="695" y="214"/>
                  </a:lnTo>
                  <a:lnTo>
                    <a:pt x="703" y="204"/>
                  </a:lnTo>
                  <a:lnTo>
                    <a:pt x="708" y="194"/>
                  </a:lnTo>
                  <a:lnTo>
                    <a:pt x="714" y="182"/>
                  </a:lnTo>
                  <a:lnTo>
                    <a:pt x="717" y="171"/>
                  </a:lnTo>
                  <a:lnTo>
                    <a:pt x="721" y="160"/>
                  </a:lnTo>
                  <a:lnTo>
                    <a:pt x="723" y="147"/>
                  </a:lnTo>
                  <a:lnTo>
                    <a:pt x="723" y="135"/>
                  </a:lnTo>
                  <a:lnTo>
                    <a:pt x="723" y="121"/>
                  </a:lnTo>
                  <a:lnTo>
                    <a:pt x="721" y="109"/>
                  </a:lnTo>
                  <a:lnTo>
                    <a:pt x="717" y="97"/>
                  </a:lnTo>
                  <a:lnTo>
                    <a:pt x="712" y="84"/>
                  </a:lnTo>
                  <a:lnTo>
                    <a:pt x="706" y="72"/>
                  </a:lnTo>
                  <a:lnTo>
                    <a:pt x="699" y="60"/>
                  </a:lnTo>
                  <a:lnTo>
                    <a:pt x="691" y="50"/>
                  </a:lnTo>
                  <a:lnTo>
                    <a:pt x="682" y="40"/>
                  </a:lnTo>
                  <a:lnTo>
                    <a:pt x="672" y="32"/>
                  </a:lnTo>
                  <a:lnTo>
                    <a:pt x="662" y="23"/>
                  </a:lnTo>
                  <a:lnTo>
                    <a:pt x="651" y="16"/>
                  </a:lnTo>
                  <a:lnTo>
                    <a:pt x="638" y="11"/>
                  </a:lnTo>
                  <a:lnTo>
                    <a:pt x="627" y="6"/>
                  </a:lnTo>
                  <a:lnTo>
                    <a:pt x="613" y="3"/>
                  </a:lnTo>
                  <a:lnTo>
                    <a:pt x="601" y="1"/>
                  </a:lnTo>
                  <a:lnTo>
                    <a:pt x="587" y="0"/>
                  </a:lnTo>
                  <a:lnTo>
                    <a:pt x="58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9" name="Freeform 4605">
              <a:extLst>
                <a:ext uri="{FF2B5EF4-FFF2-40B4-BE49-F238E27FC236}">
                  <a16:creationId xmlns:a16="http://schemas.microsoft.com/office/drawing/2014/main" id="{1D074A71-FBEB-4855-BA1E-068499BF4C3E}"/>
                </a:ext>
              </a:extLst>
            </p:cNvPr>
            <p:cNvSpPr>
              <a:spLocks/>
            </p:cNvSpPr>
            <p:nvPr/>
          </p:nvSpPr>
          <p:spPr bwMode="auto">
            <a:xfrm>
              <a:off x="7239000" y="4722813"/>
              <a:ext cx="66675" cy="128588"/>
            </a:xfrm>
            <a:custGeom>
              <a:avLst/>
              <a:gdLst>
                <a:gd name="T0" fmla="*/ 123 w 210"/>
                <a:gd name="T1" fmla="*/ 1 h 407"/>
                <a:gd name="T2" fmla="*/ 101 w 210"/>
                <a:gd name="T3" fmla="*/ 8 h 407"/>
                <a:gd name="T4" fmla="*/ 82 w 210"/>
                <a:gd name="T5" fmla="*/ 21 h 407"/>
                <a:gd name="T6" fmla="*/ 67 w 210"/>
                <a:gd name="T7" fmla="*/ 37 h 407"/>
                <a:gd name="T8" fmla="*/ 50 w 210"/>
                <a:gd name="T9" fmla="*/ 47 h 407"/>
                <a:gd name="T10" fmla="*/ 33 w 210"/>
                <a:gd name="T11" fmla="*/ 54 h 407"/>
                <a:gd name="T12" fmla="*/ 23 w 210"/>
                <a:gd name="T13" fmla="*/ 61 h 407"/>
                <a:gd name="T14" fmla="*/ 14 w 210"/>
                <a:gd name="T15" fmla="*/ 70 h 407"/>
                <a:gd name="T16" fmla="*/ 7 w 210"/>
                <a:gd name="T17" fmla="*/ 81 h 407"/>
                <a:gd name="T18" fmla="*/ 2 w 210"/>
                <a:gd name="T19" fmla="*/ 95 h 407"/>
                <a:gd name="T20" fmla="*/ 0 w 210"/>
                <a:gd name="T21" fmla="*/ 110 h 407"/>
                <a:gd name="T22" fmla="*/ 0 w 210"/>
                <a:gd name="T23" fmla="*/ 393 h 407"/>
                <a:gd name="T24" fmla="*/ 1 w 210"/>
                <a:gd name="T25" fmla="*/ 398 h 407"/>
                <a:gd name="T26" fmla="*/ 3 w 210"/>
                <a:gd name="T27" fmla="*/ 403 h 407"/>
                <a:gd name="T28" fmla="*/ 9 w 210"/>
                <a:gd name="T29" fmla="*/ 406 h 407"/>
                <a:gd name="T30" fmla="*/ 14 w 210"/>
                <a:gd name="T31" fmla="*/ 407 h 407"/>
                <a:gd name="T32" fmla="*/ 20 w 210"/>
                <a:gd name="T33" fmla="*/ 406 h 407"/>
                <a:gd name="T34" fmla="*/ 24 w 210"/>
                <a:gd name="T35" fmla="*/ 403 h 407"/>
                <a:gd name="T36" fmla="*/ 28 w 210"/>
                <a:gd name="T37" fmla="*/ 398 h 407"/>
                <a:gd name="T38" fmla="*/ 29 w 210"/>
                <a:gd name="T39" fmla="*/ 393 h 407"/>
                <a:gd name="T40" fmla="*/ 30 w 210"/>
                <a:gd name="T41" fmla="*/ 110 h 407"/>
                <a:gd name="T42" fmla="*/ 35 w 210"/>
                <a:gd name="T43" fmla="*/ 95 h 407"/>
                <a:gd name="T44" fmla="*/ 42 w 210"/>
                <a:gd name="T45" fmla="*/ 84 h 407"/>
                <a:gd name="T46" fmla="*/ 54 w 210"/>
                <a:gd name="T47" fmla="*/ 78 h 407"/>
                <a:gd name="T48" fmla="*/ 59 w 210"/>
                <a:gd name="T49" fmla="*/ 331 h 407"/>
                <a:gd name="T50" fmla="*/ 210 w 210"/>
                <a:gd name="T51" fmla="*/ 60 h 407"/>
                <a:gd name="T52" fmla="*/ 209 w 210"/>
                <a:gd name="T53" fmla="*/ 49 h 407"/>
                <a:gd name="T54" fmla="*/ 203 w 210"/>
                <a:gd name="T55" fmla="*/ 39 h 407"/>
                <a:gd name="T56" fmla="*/ 186 w 210"/>
                <a:gd name="T57" fmla="*/ 20 h 407"/>
                <a:gd name="T58" fmla="*/ 162 w 210"/>
                <a:gd name="T59" fmla="*/ 5 h 407"/>
                <a:gd name="T60" fmla="*/ 149 w 210"/>
                <a:gd name="T61" fmla="*/ 1 h 407"/>
                <a:gd name="T62" fmla="*/ 135 w 210"/>
                <a:gd name="T63"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0" h="407">
                  <a:moveTo>
                    <a:pt x="135" y="0"/>
                  </a:moveTo>
                  <a:lnTo>
                    <a:pt x="123" y="1"/>
                  </a:lnTo>
                  <a:lnTo>
                    <a:pt x="111" y="3"/>
                  </a:lnTo>
                  <a:lnTo>
                    <a:pt x="101" y="8"/>
                  </a:lnTo>
                  <a:lnTo>
                    <a:pt x="91" y="14"/>
                  </a:lnTo>
                  <a:lnTo>
                    <a:pt x="82" y="21"/>
                  </a:lnTo>
                  <a:lnTo>
                    <a:pt x="74" y="29"/>
                  </a:lnTo>
                  <a:lnTo>
                    <a:pt x="67" y="37"/>
                  </a:lnTo>
                  <a:lnTo>
                    <a:pt x="63" y="45"/>
                  </a:lnTo>
                  <a:lnTo>
                    <a:pt x="50" y="47"/>
                  </a:lnTo>
                  <a:lnTo>
                    <a:pt x="39" y="52"/>
                  </a:lnTo>
                  <a:lnTo>
                    <a:pt x="33" y="54"/>
                  </a:lnTo>
                  <a:lnTo>
                    <a:pt x="28" y="57"/>
                  </a:lnTo>
                  <a:lnTo>
                    <a:pt x="23" y="61"/>
                  </a:lnTo>
                  <a:lnTo>
                    <a:pt x="19" y="65"/>
                  </a:lnTo>
                  <a:lnTo>
                    <a:pt x="14" y="70"/>
                  </a:lnTo>
                  <a:lnTo>
                    <a:pt x="11" y="75"/>
                  </a:lnTo>
                  <a:lnTo>
                    <a:pt x="7" y="81"/>
                  </a:lnTo>
                  <a:lnTo>
                    <a:pt x="4" y="88"/>
                  </a:lnTo>
                  <a:lnTo>
                    <a:pt x="2" y="95"/>
                  </a:lnTo>
                  <a:lnTo>
                    <a:pt x="1" y="102"/>
                  </a:lnTo>
                  <a:lnTo>
                    <a:pt x="0" y="110"/>
                  </a:lnTo>
                  <a:lnTo>
                    <a:pt x="0" y="119"/>
                  </a:lnTo>
                  <a:lnTo>
                    <a:pt x="0" y="393"/>
                  </a:lnTo>
                  <a:lnTo>
                    <a:pt x="0" y="395"/>
                  </a:lnTo>
                  <a:lnTo>
                    <a:pt x="1" y="398"/>
                  </a:lnTo>
                  <a:lnTo>
                    <a:pt x="2" y="401"/>
                  </a:lnTo>
                  <a:lnTo>
                    <a:pt x="3" y="403"/>
                  </a:lnTo>
                  <a:lnTo>
                    <a:pt x="5" y="405"/>
                  </a:lnTo>
                  <a:lnTo>
                    <a:pt x="9" y="406"/>
                  </a:lnTo>
                  <a:lnTo>
                    <a:pt x="11" y="407"/>
                  </a:lnTo>
                  <a:lnTo>
                    <a:pt x="14" y="407"/>
                  </a:lnTo>
                  <a:lnTo>
                    <a:pt x="18" y="407"/>
                  </a:lnTo>
                  <a:lnTo>
                    <a:pt x="20" y="406"/>
                  </a:lnTo>
                  <a:lnTo>
                    <a:pt x="22" y="405"/>
                  </a:lnTo>
                  <a:lnTo>
                    <a:pt x="24" y="403"/>
                  </a:lnTo>
                  <a:lnTo>
                    <a:pt x="27" y="401"/>
                  </a:lnTo>
                  <a:lnTo>
                    <a:pt x="28" y="398"/>
                  </a:lnTo>
                  <a:lnTo>
                    <a:pt x="29" y="395"/>
                  </a:lnTo>
                  <a:lnTo>
                    <a:pt x="29" y="393"/>
                  </a:lnTo>
                  <a:lnTo>
                    <a:pt x="29" y="119"/>
                  </a:lnTo>
                  <a:lnTo>
                    <a:pt x="30" y="110"/>
                  </a:lnTo>
                  <a:lnTo>
                    <a:pt x="31" y="101"/>
                  </a:lnTo>
                  <a:lnTo>
                    <a:pt x="35" y="95"/>
                  </a:lnTo>
                  <a:lnTo>
                    <a:pt x="38" y="89"/>
                  </a:lnTo>
                  <a:lnTo>
                    <a:pt x="42" y="84"/>
                  </a:lnTo>
                  <a:lnTo>
                    <a:pt x="48" y="81"/>
                  </a:lnTo>
                  <a:lnTo>
                    <a:pt x="54" y="78"/>
                  </a:lnTo>
                  <a:lnTo>
                    <a:pt x="59" y="76"/>
                  </a:lnTo>
                  <a:lnTo>
                    <a:pt x="59" y="331"/>
                  </a:lnTo>
                  <a:lnTo>
                    <a:pt x="210" y="331"/>
                  </a:lnTo>
                  <a:lnTo>
                    <a:pt x="210" y="60"/>
                  </a:lnTo>
                  <a:lnTo>
                    <a:pt x="210" y="55"/>
                  </a:lnTo>
                  <a:lnTo>
                    <a:pt x="209" y="49"/>
                  </a:lnTo>
                  <a:lnTo>
                    <a:pt x="206" y="45"/>
                  </a:lnTo>
                  <a:lnTo>
                    <a:pt x="203" y="39"/>
                  </a:lnTo>
                  <a:lnTo>
                    <a:pt x="196" y="29"/>
                  </a:lnTo>
                  <a:lnTo>
                    <a:pt x="186" y="20"/>
                  </a:lnTo>
                  <a:lnTo>
                    <a:pt x="175" y="12"/>
                  </a:lnTo>
                  <a:lnTo>
                    <a:pt x="162" y="5"/>
                  </a:lnTo>
                  <a:lnTo>
                    <a:pt x="155" y="3"/>
                  </a:lnTo>
                  <a:lnTo>
                    <a:pt x="149" y="1"/>
                  </a:lnTo>
                  <a:lnTo>
                    <a:pt x="142" y="0"/>
                  </a:lnTo>
                  <a:lnTo>
                    <a:pt x="135" y="0"/>
                  </a:lnTo>
                  <a:lnTo>
                    <a:pt x="13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0" name="Freeform 4606">
              <a:extLst>
                <a:ext uri="{FF2B5EF4-FFF2-40B4-BE49-F238E27FC236}">
                  <a16:creationId xmlns:a16="http://schemas.microsoft.com/office/drawing/2014/main" id="{BD829E04-6F8B-4CD1-B1AB-1428DE5ACE15}"/>
                </a:ext>
              </a:extLst>
            </p:cNvPr>
            <p:cNvSpPr>
              <a:spLocks/>
            </p:cNvSpPr>
            <p:nvPr/>
          </p:nvSpPr>
          <p:spPr bwMode="auto">
            <a:xfrm>
              <a:off x="7258050" y="4913313"/>
              <a:ext cx="47625" cy="28575"/>
            </a:xfrm>
            <a:custGeom>
              <a:avLst/>
              <a:gdLst>
                <a:gd name="T0" fmla="*/ 0 w 151"/>
                <a:gd name="T1" fmla="*/ 14 h 90"/>
                <a:gd name="T2" fmla="*/ 0 w 151"/>
                <a:gd name="T3" fmla="*/ 22 h 90"/>
                <a:gd name="T4" fmla="*/ 2 w 151"/>
                <a:gd name="T5" fmla="*/ 29 h 90"/>
                <a:gd name="T6" fmla="*/ 4 w 151"/>
                <a:gd name="T7" fmla="*/ 37 h 90"/>
                <a:gd name="T8" fmla="*/ 6 w 151"/>
                <a:gd name="T9" fmla="*/ 44 h 90"/>
                <a:gd name="T10" fmla="*/ 9 w 151"/>
                <a:gd name="T11" fmla="*/ 50 h 90"/>
                <a:gd name="T12" fmla="*/ 14 w 151"/>
                <a:gd name="T13" fmla="*/ 56 h 90"/>
                <a:gd name="T14" fmla="*/ 18 w 151"/>
                <a:gd name="T15" fmla="*/ 62 h 90"/>
                <a:gd name="T16" fmla="*/ 23 w 151"/>
                <a:gd name="T17" fmla="*/ 67 h 90"/>
                <a:gd name="T18" fmla="*/ 29 w 151"/>
                <a:gd name="T19" fmla="*/ 72 h 90"/>
                <a:gd name="T20" fmla="*/ 34 w 151"/>
                <a:gd name="T21" fmla="*/ 76 h 90"/>
                <a:gd name="T22" fmla="*/ 40 w 151"/>
                <a:gd name="T23" fmla="*/ 81 h 90"/>
                <a:gd name="T24" fmla="*/ 47 w 151"/>
                <a:gd name="T25" fmla="*/ 84 h 90"/>
                <a:gd name="T26" fmla="*/ 54 w 151"/>
                <a:gd name="T27" fmla="*/ 87 h 90"/>
                <a:gd name="T28" fmla="*/ 61 w 151"/>
                <a:gd name="T29" fmla="*/ 89 h 90"/>
                <a:gd name="T30" fmla="*/ 68 w 151"/>
                <a:gd name="T31" fmla="*/ 90 h 90"/>
                <a:gd name="T32" fmla="*/ 76 w 151"/>
                <a:gd name="T33" fmla="*/ 90 h 90"/>
                <a:gd name="T34" fmla="*/ 83 w 151"/>
                <a:gd name="T35" fmla="*/ 90 h 90"/>
                <a:gd name="T36" fmla="*/ 90 w 151"/>
                <a:gd name="T37" fmla="*/ 89 h 90"/>
                <a:gd name="T38" fmla="*/ 96 w 151"/>
                <a:gd name="T39" fmla="*/ 87 h 90"/>
                <a:gd name="T40" fmla="*/ 103 w 151"/>
                <a:gd name="T41" fmla="*/ 83 h 90"/>
                <a:gd name="T42" fmla="*/ 109 w 151"/>
                <a:gd name="T43" fmla="*/ 80 h 90"/>
                <a:gd name="T44" fmla="*/ 116 w 151"/>
                <a:gd name="T45" fmla="*/ 76 h 90"/>
                <a:gd name="T46" fmla="*/ 121 w 151"/>
                <a:gd name="T47" fmla="*/ 71 h 90"/>
                <a:gd name="T48" fmla="*/ 127 w 151"/>
                <a:gd name="T49" fmla="*/ 65 h 90"/>
                <a:gd name="T50" fmla="*/ 131 w 151"/>
                <a:gd name="T51" fmla="*/ 60 h 90"/>
                <a:gd name="T52" fmla="*/ 137 w 151"/>
                <a:gd name="T53" fmla="*/ 53 h 90"/>
                <a:gd name="T54" fmla="*/ 140 w 151"/>
                <a:gd name="T55" fmla="*/ 45 h 90"/>
                <a:gd name="T56" fmla="*/ 144 w 151"/>
                <a:gd name="T57" fmla="*/ 37 h 90"/>
                <a:gd name="T58" fmla="*/ 147 w 151"/>
                <a:gd name="T59" fmla="*/ 29 h 90"/>
                <a:gd name="T60" fmla="*/ 150 w 151"/>
                <a:gd name="T61" fmla="*/ 20 h 90"/>
                <a:gd name="T62" fmla="*/ 151 w 151"/>
                <a:gd name="T63" fmla="*/ 10 h 90"/>
                <a:gd name="T64" fmla="*/ 151 w 151"/>
                <a:gd name="T65" fmla="*/ 0 h 90"/>
                <a:gd name="T66" fmla="*/ 0 w 151"/>
                <a:gd name="T67" fmla="*/ 0 h 90"/>
                <a:gd name="T68" fmla="*/ 0 w 151"/>
                <a:gd name="T69" fmla="*/ 14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1" h="90">
                  <a:moveTo>
                    <a:pt x="0" y="14"/>
                  </a:moveTo>
                  <a:lnTo>
                    <a:pt x="0" y="22"/>
                  </a:lnTo>
                  <a:lnTo>
                    <a:pt x="2" y="29"/>
                  </a:lnTo>
                  <a:lnTo>
                    <a:pt x="4" y="37"/>
                  </a:lnTo>
                  <a:lnTo>
                    <a:pt x="6" y="44"/>
                  </a:lnTo>
                  <a:lnTo>
                    <a:pt x="9" y="50"/>
                  </a:lnTo>
                  <a:lnTo>
                    <a:pt x="14" y="56"/>
                  </a:lnTo>
                  <a:lnTo>
                    <a:pt x="18" y="62"/>
                  </a:lnTo>
                  <a:lnTo>
                    <a:pt x="23" y="67"/>
                  </a:lnTo>
                  <a:lnTo>
                    <a:pt x="29" y="72"/>
                  </a:lnTo>
                  <a:lnTo>
                    <a:pt x="34" y="76"/>
                  </a:lnTo>
                  <a:lnTo>
                    <a:pt x="40" y="81"/>
                  </a:lnTo>
                  <a:lnTo>
                    <a:pt x="47" y="84"/>
                  </a:lnTo>
                  <a:lnTo>
                    <a:pt x="54" y="87"/>
                  </a:lnTo>
                  <a:lnTo>
                    <a:pt x="61" y="89"/>
                  </a:lnTo>
                  <a:lnTo>
                    <a:pt x="68" y="90"/>
                  </a:lnTo>
                  <a:lnTo>
                    <a:pt x="76" y="90"/>
                  </a:lnTo>
                  <a:lnTo>
                    <a:pt x="83" y="90"/>
                  </a:lnTo>
                  <a:lnTo>
                    <a:pt x="90" y="89"/>
                  </a:lnTo>
                  <a:lnTo>
                    <a:pt x="96" y="87"/>
                  </a:lnTo>
                  <a:lnTo>
                    <a:pt x="103" y="83"/>
                  </a:lnTo>
                  <a:lnTo>
                    <a:pt x="109" y="80"/>
                  </a:lnTo>
                  <a:lnTo>
                    <a:pt x="116" y="76"/>
                  </a:lnTo>
                  <a:lnTo>
                    <a:pt x="121" y="71"/>
                  </a:lnTo>
                  <a:lnTo>
                    <a:pt x="127" y="65"/>
                  </a:lnTo>
                  <a:lnTo>
                    <a:pt x="131" y="60"/>
                  </a:lnTo>
                  <a:lnTo>
                    <a:pt x="137" y="53"/>
                  </a:lnTo>
                  <a:lnTo>
                    <a:pt x="140" y="45"/>
                  </a:lnTo>
                  <a:lnTo>
                    <a:pt x="144" y="37"/>
                  </a:lnTo>
                  <a:lnTo>
                    <a:pt x="147" y="29"/>
                  </a:lnTo>
                  <a:lnTo>
                    <a:pt x="150" y="20"/>
                  </a:lnTo>
                  <a:lnTo>
                    <a:pt x="151" y="10"/>
                  </a:lnTo>
                  <a:lnTo>
                    <a:pt x="151" y="0"/>
                  </a:lnTo>
                  <a:lnTo>
                    <a:pt x="0" y="0"/>
                  </a:lnTo>
                  <a:lnTo>
                    <a:pt x="0"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1" name="Rectangle 4607">
              <a:extLst>
                <a:ext uri="{FF2B5EF4-FFF2-40B4-BE49-F238E27FC236}">
                  <a16:creationId xmlns:a16="http://schemas.microsoft.com/office/drawing/2014/main" id="{99EDB192-0D59-41C6-AD02-EC166F03C927}"/>
                </a:ext>
              </a:extLst>
            </p:cNvPr>
            <p:cNvSpPr>
              <a:spLocks noChangeArrowheads="1"/>
            </p:cNvSpPr>
            <p:nvPr/>
          </p:nvSpPr>
          <p:spPr bwMode="auto">
            <a:xfrm>
              <a:off x="7258050" y="4837113"/>
              <a:ext cx="47625" cy="666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2" name="Group 81" descr="Icon of computer monitor. ">
            <a:extLst>
              <a:ext uri="{FF2B5EF4-FFF2-40B4-BE49-F238E27FC236}">
                <a16:creationId xmlns:a16="http://schemas.microsoft.com/office/drawing/2014/main" id="{9418C6B8-1E51-409C-A0E5-16AE173CE45B}"/>
              </a:ext>
            </a:extLst>
          </p:cNvPr>
          <p:cNvGrpSpPr/>
          <p:nvPr/>
        </p:nvGrpSpPr>
        <p:grpSpPr>
          <a:xfrm>
            <a:off x="3133330" y="1382471"/>
            <a:ext cx="287338" cy="258762"/>
            <a:chOff x="879475" y="817563"/>
            <a:chExt cx="287338" cy="258762"/>
          </a:xfrm>
          <a:solidFill>
            <a:schemeClr val="bg1"/>
          </a:solidFill>
        </p:grpSpPr>
        <p:sp>
          <p:nvSpPr>
            <p:cNvPr id="83" name="Freeform 1593">
              <a:extLst>
                <a:ext uri="{FF2B5EF4-FFF2-40B4-BE49-F238E27FC236}">
                  <a16:creationId xmlns:a16="http://schemas.microsoft.com/office/drawing/2014/main" id="{671BC17B-6D08-4ADE-B6A7-ECAE4A5EA576}"/>
                </a:ext>
              </a:extLst>
            </p:cNvPr>
            <p:cNvSpPr>
              <a:spLocks/>
            </p:cNvSpPr>
            <p:nvPr/>
          </p:nvSpPr>
          <p:spPr bwMode="auto">
            <a:xfrm>
              <a:off x="879475" y="817563"/>
              <a:ext cx="287338" cy="171450"/>
            </a:xfrm>
            <a:custGeom>
              <a:avLst/>
              <a:gdLst>
                <a:gd name="T0" fmla="*/ 829 w 904"/>
                <a:gd name="T1" fmla="*/ 0 h 544"/>
                <a:gd name="T2" fmla="*/ 75 w 904"/>
                <a:gd name="T3" fmla="*/ 0 h 544"/>
                <a:gd name="T4" fmla="*/ 67 w 904"/>
                <a:gd name="T5" fmla="*/ 2 h 544"/>
                <a:gd name="T6" fmla="*/ 59 w 904"/>
                <a:gd name="T7" fmla="*/ 3 h 544"/>
                <a:gd name="T8" fmla="*/ 53 w 904"/>
                <a:gd name="T9" fmla="*/ 4 h 544"/>
                <a:gd name="T10" fmla="*/ 46 w 904"/>
                <a:gd name="T11" fmla="*/ 7 h 544"/>
                <a:gd name="T12" fmla="*/ 40 w 904"/>
                <a:gd name="T13" fmla="*/ 10 h 544"/>
                <a:gd name="T14" fmla="*/ 33 w 904"/>
                <a:gd name="T15" fmla="*/ 14 h 544"/>
                <a:gd name="T16" fmla="*/ 27 w 904"/>
                <a:gd name="T17" fmla="*/ 18 h 544"/>
                <a:gd name="T18" fmla="*/ 22 w 904"/>
                <a:gd name="T19" fmla="*/ 23 h 544"/>
                <a:gd name="T20" fmla="*/ 16 w 904"/>
                <a:gd name="T21" fmla="*/ 28 h 544"/>
                <a:gd name="T22" fmla="*/ 12 w 904"/>
                <a:gd name="T23" fmla="*/ 34 h 544"/>
                <a:gd name="T24" fmla="*/ 9 w 904"/>
                <a:gd name="T25" fmla="*/ 40 h 544"/>
                <a:gd name="T26" fmla="*/ 5 w 904"/>
                <a:gd name="T27" fmla="*/ 47 h 544"/>
                <a:gd name="T28" fmla="*/ 3 w 904"/>
                <a:gd name="T29" fmla="*/ 54 h 544"/>
                <a:gd name="T30" fmla="*/ 1 w 904"/>
                <a:gd name="T31" fmla="*/ 61 h 544"/>
                <a:gd name="T32" fmla="*/ 0 w 904"/>
                <a:gd name="T33" fmla="*/ 69 h 544"/>
                <a:gd name="T34" fmla="*/ 0 w 904"/>
                <a:gd name="T35" fmla="*/ 77 h 544"/>
                <a:gd name="T36" fmla="*/ 0 w 904"/>
                <a:gd name="T37" fmla="*/ 544 h 544"/>
                <a:gd name="T38" fmla="*/ 904 w 904"/>
                <a:gd name="T39" fmla="*/ 544 h 544"/>
                <a:gd name="T40" fmla="*/ 904 w 904"/>
                <a:gd name="T41" fmla="*/ 77 h 544"/>
                <a:gd name="T42" fmla="*/ 904 w 904"/>
                <a:gd name="T43" fmla="*/ 69 h 544"/>
                <a:gd name="T44" fmla="*/ 903 w 904"/>
                <a:gd name="T45" fmla="*/ 61 h 544"/>
                <a:gd name="T46" fmla="*/ 901 w 904"/>
                <a:gd name="T47" fmla="*/ 54 h 544"/>
                <a:gd name="T48" fmla="*/ 899 w 904"/>
                <a:gd name="T49" fmla="*/ 47 h 544"/>
                <a:gd name="T50" fmla="*/ 896 w 904"/>
                <a:gd name="T51" fmla="*/ 40 h 544"/>
                <a:gd name="T52" fmla="*/ 892 w 904"/>
                <a:gd name="T53" fmla="*/ 34 h 544"/>
                <a:gd name="T54" fmla="*/ 888 w 904"/>
                <a:gd name="T55" fmla="*/ 28 h 544"/>
                <a:gd name="T56" fmla="*/ 882 w 904"/>
                <a:gd name="T57" fmla="*/ 23 h 544"/>
                <a:gd name="T58" fmla="*/ 877 w 904"/>
                <a:gd name="T59" fmla="*/ 18 h 544"/>
                <a:gd name="T60" fmla="*/ 871 w 904"/>
                <a:gd name="T61" fmla="*/ 14 h 544"/>
                <a:gd name="T62" fmla="*/ 866 w 904"/>
                <a:gd name="T63" fmla="*/ 10 h 544"/>
                <a:gd name="T64" fmla="*/ 859 w 904"/>
                <a:gd name="T65" fmla="*/ 7 h 544"/>
                <a:gd name="T66" fmla="*/ 851 w 904"/>
                <a:gd name="T67" fmla="*/ 4 h 544"/>
                <a:gd name="T68" fmla="*/ 845 w 904"/>
                <a:gd name="T69" fmla="*/ 3 h 544"/>
                <a:gd name="T70" fmla="*/ 837 w 904"/>
                <a:gd name="T71" fmla="*/ 2 h 544"/>
                <a:gd name="T72" fmla="*/ 829 w 904"/>
                <a:gd name="T73" fmla="*/ 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04" h="544">
                  <a:moveTo>
                    <a:pt x="829" y="0"/>
                  </a:moveTo>
                  <a:lnTo>
                    <a:pt x="75" y="0"/>
                  </a:lnTo>
                  <a:lnTo>
                    <a:pt x="67" y="2"/>
                  </a:lnTo>
                  <a:lnTo>
                    <a:pt x="59" y="3"/>
                  </a:lnTo>
                  <a:lnTo>
                    <a:pt x="53" y="4"/>
                  </a:lnTo>
                  <a:lnTo>
                    <a:pt x="46" y="7"/>
                  </a:lnTo>
                  <a:lnTo>
                    <a:pt x="40" y="10"/>
                  </a:lnTo>
                  <a:lnTo>
                    <a:pt x="33" y="14"/>
                  </a:lnTo>
                  <a:lnTo>
                    <a:pt x="27" y="18"/>
                  </a:lnTo>
                  <a:lnTo>
                    <a:pt x="22" y="23"/>
                  </a:lnTo>
                  <a:lnTo>
                    <a:pt x="16" y="28"/>
                  </a:lnTo>
                  <a:lnTo>
                    <a:pt x="12" y="34"/>
                  </a:lnTo>
                  <a:lnTo>
                    <a:pt x="9" y="40"/>
                  </a:lnTo>
                  <a:lnTo>
                    <a:pt x="5" y="47"/>
                  </a:lnTo>
                  <a:lnTo>
                    <a:pt x="3" y="54"/>
                  </a:lnTo>
                  <a:lnTo>
                    <a:pt x="1" y="61"/>
                  </a:lnTo>
                  <a:lnTo>
                    <a:pt x="0" y="69"/>
                  </a:lnTo>
                  <a:lnTo>
                    <a:pt x="0" y="77"/>
                  </a:lnTo>
                  <a:lnTo>
                    <a:pt x="0" y="544"/>
                  </a:lnTo>
                  <a:lnTo>
                    <a:pt x="904" y="544"/>
                  </a:lnTo>
                  <a:lnTo>
                    <a:pt x="904" y="77"/>
                  </a:lnTo>
                  <a:lnTo>
                    <a:pt x="904" y="69"/>
                  </a:lnTo>
                  <a:lnTo>
                    <a:pt x="903" y="61"/>
                  </a:lnTo>
                  <a:lnTo>
                    <a:pt x="901" y="54"/>
                  </a:lnTo>
                  <a:lnTo>
                    <a:pt x="899" y="47"/>
                  </a:lnTo>
                  <a:lnTo>
                    <a:pt x="896" y="40"/>
                  </a:lnTo>
                  <a:lnTo>
                    <a:pt x="892" y="34"/>
                  </a:lnTo>
                  <a:lnTo>
                    <a:pt x="888" y="28"/>
                  </a:lnTo>
                  <a:lnTo>
                    <a:pt x="882" y="23"/>
                  </a:lnTo>
                  <a:lnTo>
                    <a:pt x="877" y="18"/>
                  </a:lnTo>
                  <a:lnTo>
                    <a:pt x="871" y="14"/>
                  </a:lnTo>
                  <a:lnTo>
                    <a:pt x="866" y="10"/>
                  </a:lnTo>
                  <a:lnTo>
                    <a:pt x="859" y="7"/>
                  </a:lnTo>
                  <a:lnTo>
                    <a:pt x="851" y="4"/>
                  </a:lnTo>
                  <a:lnTo>
                    <a:pt x="845" y="3"/>
                  </a:lnTo>
                  <a:lnTo>
                    <a:pt x="837" y="2"/>
                  </a:lnTo>
                  <a:lnTo>
                    <a:pt x="8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4" name="Freeform 1594">
              <a:extLst>
                <a:ext uri="{FF2B5EF4-FFF2-40B4-BE49-F238E27FC236}">
                  <a16:creationId xmlns:a16="http://schemas.microsoft.com/office/drawing/2014/main" id="{2A229F37-7B67-4EE7-B334-2F3DE95D8A44}"/>
                </a:ext>
              </a:extLst>
            </p:cNvPr>
            <p:cNvSpPr>
              <a:spLocks noEditPoints="1"/>
            </p:cNvSpPr>
            <p:nvPr/>
          </p:nvSpPr>
          <p:spPr bwMode="auto">
            <a:xfrm>
              <a:off x="879475" y="1000125"/>
              <a:ext cx="287338" cy="76200"/>
            </a:xfrm>
            <a:custGeom>
              <a:avLst/>
              <a:gdLst>
                <a:gd name="T0" fmla="*/ 459 w 904"/>
                <a:gd name="T1" fmla="*/ 29 h 241"/>
                <a:gd name="T2" fmla="*/ 469 w 904"/>
                <a:gd name="T3" fmla="*/ 35 h 241"/>
                <a:gd name="T4" fmla="*/ 478 w 904"/>
                <a:gd name="T5" fmla="*/ 43 h 241"/>
                <a:gd name="T6" fmla="*/ 482 w 904"/>
                <a:gd name="T7" fmla="*/ 54 h 241"/>
                <a:gd name="T8" fmla="*/ 482 w 904"/>
                <a:gd name="T9" fmla="*/ 66 h 241"/>
                <a:gd name="T10" fmla="*/ 478 w 904"/>
                <a:gd name="T11" fmla="*/ 77 h 241"/>
                <a:gd name="T12" fmla="*/ 469 w 904"/>
                <a:gd name="T13" fmla="*/ 85 h 241"/>
                <a:gd name="T14" fmla="*/ 459 w 904"/>
                <a:gd name="T15" fmla="*/ 89 h 241"/>
                <a:gd name="T16" fmla="*/ 447 w 904"/>
                <a:gd name="T17" fmla="*/ 89 h 241"/>
                <a:gd name="T18" fmla="*/ 436 w 904"/>
                <a:gd name="T19" fmla="*/ 85 h 241"/>
                <a:gd name="T20" fmla="*/ 427 w 904"/>
                <a:gd name="T21" fmla="*/ 77 h 241"/>
                <a:gd name="T22" fmla="*/ 422 w 904"/>
                <a:gd name="T23" fmla="*/ 66 h 241"/>
                <a:gd name="T24" fmla="*/ 422 w 904"/>
                <a:gd name="T25" fmla="*/ 54 h 241"/>
                <a:gd name="T26" fmla="*/ 427 w 904"/>
                <a:gd name="T27" fmla="*/ 43 h 241"/>
                <a:gd name="T28" fmla="*/ 436 w 904"/>
                <a:gd name="T29" fmla="*/ 35 h 241"/>
                <a:gd name="T30" fmla="*/ 447 w 904"/>
                <a:gd name="T31" fmla="*/ 31 h 241"/>
                <a:gd name="T32" fmla="*/ 452 w 904"/>
                <a:gd name="T33" fmla="*/ 29 h 241"/>
                <a:gd name="T34" fmla="*/ 0 w 904"/>
                <a:gd name="T35" fmla="*/ 83 h 241"/>
                <a:gd name="T36" fmla="*/ 3 w 904"/>
                <a:gd name="T37" fmla="*/ 97 h 241"/>
                <a:gd name="T38" fmla="*/ 9 w 904"/>
                <a:gd name="T39" fmla="*/ 110 h 241"/>
                <a:gd name="T40" fmla="*/ 16 w 904"/>
                <a:gd name="T41" fmla="*/ 122 h 241"/>
                <a:gd name="T42" fmla="*/ 27 w 904"/>
                <a:gd name="T43" fmla="*/ 132 h 241"/>
                <a:gd name="T44" fmla="*/ 40 w 904"/>
                <a:gd name="T45" fmla="*/ 141 h 241"/>
                <a:gd name="T46" fmla="*/ 53 w 904"/>
                <a:gd name="T47" fmla="*/ 147 h 241"/>
                <a:gd name="T48" fmla="*/ 67 w 904"/>
                <a:gd name="T49" fmla="*/ 150 h 241"/>
                <a:gd name="T50" fmla="*/ 437 w 904"/>
                <a:gd name="T51" fmla="*/ 150 h 241"/>
                <a:gd name="T52" fmla="*/ 195 w 904"/>
                <a:gd name="T53" fmla="*/ 211 h 241"/>
                <a:gd name="T54" fmla="*/ 190 w 904"/>
                <a:gd name="T55" fmla="*/ 212 h 241"/>
                <a:gd name="T56" fmla="*/ 186 w 904"/>
                <a:gd name="T57" fmla="*/ 215 h 241"/>
                <a:gd name="T58" fmla="*/ 182 w 904"/>
                <a:gd name="T59" fmla="*/ 220 h 241"/>
                <a:gd name="T60" fmla="*/ 181 w 904"/>
                <a:gd name="T61" fmla="*/ 225 h 241"/>
                <a:gd name="T62" fmla="*/ 182 w 904"/>
                <a:gd name="T63" fmla="*/ 232 h 241"/>
                <a:gd name="T64" fmla="*/ 186 w 904"/>
                <a:gd name="T65" fmla="*/ 236 h 241"/>
                <a:gd name="T66" fmla="*/ 190 w 904"/>
                <a:gd name="T67" fmla="*/ 240 h 241"/>
                <a:gd name="T68" fmla="*/ 195 w 904"/>
                <a:gd name="T69" fmla="*/ 241 h 241"/>
                <a:gd name="T70" fmla="*/ 742 w 904"/>
                <a:gd name="T71" fmla="*/ 241 h 241"/>
                <a:gd name="T72" fmla="*/ 747 w 904"/>
                <a:gd name="T73" fmla="*/ 239 h 241"/>
                <a:gd name="T74" fmla="*/ 752 w 904"/>
                <a:gd name="T75" fmla="*/ 234 h 241"/>
                <a:gd name="T76" fmla="*/ 754 w 904"/>
                <a:gd name="T77" fmla="*/ 229 h 241"/>
                <a:gd name="T78" fmla="*/ 754 w 904"/>
                <a:gd name="T79" fmla="*/ 223 h 241"/>
                <a:gd name="T80" fmla="*/ 752 w 904"/>
                <a:gd name="T81" fmla="*/ 218 h 241"/>
                <a:gd name="T82" fmla="*/ 747 w 904"/>
                <a:gd name="T83" fmla="*/ 213 h 241"/>
                <a:gd name="T84" fmla="*/ 742 w 904"/>
                <a:gd name="T85" fmla="*/ 211 h 241"/>
                <a:gd name="T86" fmla="*/ 468 w 904"/>
                <a:gd name="T87" fmla="*/ 211 h 241"/>
                <a:gd name="T88" fmla="*/ 829 w 904"/>
                <a:gd name="T89" fmla="*/ 150 h 241"/>
                <a:gd name="T90" fmla="*/ 845 w 904"/>
                <a:gd name="T91" fmla="*/ 149 h 241"/>
                <a:gd name="T92" fmla="*/ 859 w 904"/>
                <a:gd name="T93" fmla="*/ 145 h 241"/>
                <a:gd name="T94" fmla="*/ 871 w 904"/>
                <a:gd name="T95" fmla="*/ 137 h 241"/>
                <a:gd name="T96" fmla="*/ 882 w 904"/>
                <a:gd name="T97" fmla="*/ 128 h 241"/>
                <a:gd name="T98" fmla="*/ 892 w 904"/>
                <a:gd name="T99" fmla="*/ 117 h 241"/>
                <a:gd name="T100" fmla="*/ 899 w 904"/>
                <a:gd name="T101" fmla="*/ 104 h 241"/>
                <a:gd name="T102" fmla="*/ 903 w 904"/>
                <a:gd name="T103" fmla="*/ 90 h 241"/>
                <a:gd name="T104" fmla="*/ 904 w 904"/>
                <a:gd name="T105" fmla="*/ 75 h 241"/>
                <a:gd name="T106" fmla="*/ 0 w 904"/>
                <a:gd name="T107" fmla="*/ 0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04" h="241">
                  <a:moveTo>
                    <a:pt x="452" y="29"/>
                  </a:moveTo>
                  <a:lnTo>
                    <a:pt x="459" y="29"/>
                  </a:lnTo>
                  <a:lnTo>
                    <a:pt x="464" y="32"/>
                  </a:lnTo>
                  <a:lnTo>
                    <a:pt x="469" y="35"/>
                  </a:lnTo>
                  <a:lnTo>
                    <a:pt x="473" y="38"/>
                  </a:lnTo>
                  <a:lnTo>
                    <a:pt x="478" y="43"/>
                  </a:lnTo>
                  <a:lnTo>
                    <a:pt x="480" y="48"/>
                  </a:lnTo>
                  <a:lnTo>
                    <a:pt x="482" y="54"/>
                  </a:lnTo>
                  <a:lnTo>
                    <a:pt x="482" y="59"/>
                  </a:lnTo>
                  <a:lnTo>
                    <a:pt x="482" y="66"/>
                  </a:lnTo>
                  <a:lnTo>
                    <a:pt x="480" y="71"/>
                  </a:lnTo>
                  <a:lnTo>
                    <a:pt x="478" y="77"/>
                  </a:lnTo>
                  <a:lnTo>
                    <a:pt x="473" y="81"/>
                  </a:lnTo>
                  <a:lnTo>
                    <a:pt x="469" y="85"/>
                  </a:lnTo>
                  <a:lnTo>
                    <a:pt x="464" y="87"/>
                  </a:lnTo>
                  <a:lnTo>
                    <a:pt x="459" y="89"/>
                  </a:lnTo>
                  <a:lnTo>
                    <a:pt x="452" y="90"/>
                  </a:lnTo>
                  <a:lnTo>
                    <a:pt x="447" y="89"/>
                  </a:lnTo>
                  <a:lnTo>
                    <a:pt x="440" y="87"/>
                  </a:lnTo>
                  <a:lnTo>
                    <a:pt x="436" y="85"/>
                  </a:lnTo>
                  <a:lnTo>
                    <a:pt x="431" y="81"/>
                  </a:lnTo>
                  <a:lnTo>
                    <a:pt x="427" y="77"/>
                  </a:lnTo>
                  <a:lnTo>
                    <a:pt x="424" y="71"/>
                  </a:lnTo>
                  <a:lnTo>
                    <a:pt x="422" y="66"/>
                  </a:lnTo>
                  <a:lnTo>
                    <a:pt x="422" y="59"/>
                  </a:lnTo>
                  <a:lnTo>
                    <a:pt x="422" y="54"/>
                  </a:lnTo>
                  <a:lnTo>
                    <a:pt x="424" y="48"/>
                  </a:lnTo>
                  <a:lnTo>
                    <a:pt x="427" y="43"/>
                  </a:lnTo>
                  <a:lnTo>
                    <a:pt x="431" y="38"/>
                  </a:lnTo>
                  <a:lnTo>
                    <a:pt x="436" y="35"/>
                  </a:lnTo>
                  <a:lnTo>
                    <a:pt x="440" y="32"/>
                  </a:lnTo>
                  <a:lnTo>
                    <a:pt x="447" y="31"/>
                  </a:lnTo>
                  <a:lnTo>
                    <a:pt x="452" y="29"/>
                  </a:lnTo>
                  <a:lnTo>
                    <a:pt x="452" y="29"/>
                  </a:lnTo>
                  <a:close/>
                  <a:moveTo>
                    <a:pt x="0" y="75"/>
                  </a:moveTo>
                  <a:lnTo>
                    <a:pt x="0" y="83"/>
                  </a:lnTo>
                  <a:lnTo>
                    <a:pt x="1" y="90"/>
                  </a:lnTo>
                  <a:lnTo>
                    <a:pt x="3" y="97"/>
                  </a:lnTo>
                  <a:lnTo>
                    <a:pt x="5" y="104"/>
                  </a:lnTo>
                  <a:lnTo>
                    <a:pt x="9" y="110"/>
                  </a:lnTo>
                  <a:lnTo>
                    <a:pt x="12" y="117"/>
                  </a:lnTo>
                  <a:lnTo>
                    <a:pt x="16" y="122"/>
                  </a:lnTo>
                  <a:lnTo>
                    <a:pt x="22" y="128"/>
                  </a:lnTo>
                  <a:lnTo>
                    <a:pt x="27" y="132"/>
                  </a:lnTo>
                  <a:lnTo>
                    <a:pt x="33" y="137"/>
                  </a:lnTo>
                  <a:lnTo>
                    <a:pt x="40" y="141"/>
                  </a:lnTo>
                  <a:lnTo>
                    <a:pt x="46" y="145"/>
                  </a:lnTo>
                  <a:lnTo>
                    <a:pt x="53" y="147"/>
                  </a:lnTo>
                  <a:lnTo>
                    <a:pt x="59" y="149"/>
                  </a:lnTo>
                  <a:lnTo>
                    <a:pt x="67" y="150"/>
                  </a:lnTo>
                  <a:lnTo>
                    <a:pt x="75" y="150"/>
                  </a:lnTo>
                  <a:lnTo>
                    <a:pt x="437" y="150"/>
                  </a:lnTo>
                  <a:lnTo>
                    <a:pt x="437" y="211"/>
                  </a:lnTo>
                  <a:lnTo>
                    <a:pt x="195" y="211"/>
                  </a:lnTo>
                  <a:lnTo>
                    <a:pt x="192" y="211"/>
                  </a:lnTo>
                  <a:lnTo>
                    <a:pt x="190" y="212"/>
                  </a:lnTo>
                  <a:lnTo>
                    <a:pt x="188" y="213"/>
                  </a:lnTo>
                  <a:lnTo>
                    <a:pt x="186" y="215"/>
                  </a:lnTo>
                  <a:lnTo>
                    <a:pt x="183" y="218"/>
                  </a:lnTo>
                  <a:lnTo>
                    <a:pt x="182" y="220"/>
                  </a:lnTo>
                  <a:lnTo>
                    <a:pt x="181" y="223"/>
                  </a:lnTo>
                  <a:lnTo>
                    <a:pt x="181" y="225"/>
                  </a:lnTo>
                  <a:lnTo>
                    <a:pt x="181" y="229"/>
                  </a:lnTo>
                  <a:lnTo>
                    <a:pt x="182" y="232"/>
                  </a:lnTo>
                  <a:lnTo>
                    <a:pt x="183" y="234"/>
                  </a:lnTo>
                  <a:lnTo>
                    <a:pt x="186" y="236"/>
                  </a:lnTo>
                  <a:lnTo>
                    <a:pt x="188" y="239"/>
                  </a:lnTo>
                  <a:lnTo>
                    <a:pt x="190" y="240"/>
                  </a:lnTo>
                  <a:lnTo>
                    <a:pt x="192" y="241"/>
                  </a:lnTo>
                  <a:lnTo>
                    <a:pt x="195" y="241"/>
                  </a:lnTo>
                  <a:lnTo>
                    <a:pt x="739" y="241"/>
                  </a:lnTo>
                  <a:lnTo>
                    <a:pt x="742" y="241"/>
                  </a:lnTo>
                  <a:lnTo>
                    <a:pt x="745" y="240"/>
                  </a:lnTo>
                  <a:lnTo>
                    <a:pt x="747" y="239"/>
                  </a:lnTo>
                  <a:lnTo>
                    <a:pt x="750" y="236"/>
                  </a:lnTo>
                  <a:lnTo>
                    <a:pt x="752" y="234"/>
                  </a:lnTo>
                  <a:lnTo>
                    <a:pt x="753" y="232"/>
                  </a:lnTo>
                  <a:lnTo>
                    <a:pt x="754" y="229"/>
                  </a:lnTo>
                  <a:lnTo>
                    <a:pt x="754" y="225"/>
                  </a:lnTo>
                  <a:lnTo>
                    <a:pt x="754" y="223"/>
                  </a:lnTo>
                  <a:lnTo>
                    <a:pt x="753" y="220"/>
                  </a:lnTo>
                  <a:lnTo>
                    <a:pt x="752" y="218"/>
                  </a:lnTo>
                  <a:lnTo>
                    <a:pt x="750" y="215"/>
                  </a:lnTo>
                  <a:lnTo>
                    <a:pt x="747" y="213"/>
                  </a:lnTo>
                  <a:lnTo>
                    <a:pt x="745" y="212"/>
                  </a:lnTo>
                  <a:lnTo>
                    <a:pt x="742" y="211"/>
                  </a:lnTo>
                  <a:lnTo>
                    <a:pt x="739" y="211"/>
                  </a:lnTo>
                  <a:lnTo>
                    <a:pt x="468" y="211"/>
                  </a:lnTo>
                  <a:lnTo>
                    <a:pt x="468" y="150"/>
                  </a:lnTo>
                  <a:lnTo>
                    <a:pt x="829" y="150"/>
                  </a:lnTo>
                  <a:lnTo>
                    <a:pt x="837" y="150"/>
                  </a:lnTo>
                  <a:lnTo>
                    <a:pt x="845" y="149"/>
                  </a:lnTo>
                  <a:lnTo>
                    <a:pt x="851" y="147"/>
                  </a:lnTo>
                  <a:lnTo>
                    <a:pt x="859" y="145"/>
                  </a:lnTo>
                  <a:lnTo>
                    <a:pt x="866" y="141"/>
                  </a:lnTo>
                  <a:lnTo>
                    <a:pt x="871" y="137"/>
                  </a:lnTo>
                  <a:lnTo>
                    <a:pt x="877" y="132"/>
                  </a:lnTo>
                  <a:lnTo>
                    <a:pt x="882" y="128"/>
                  </a:lnTo>
                  <a:lnTo>
                    <a:pt x="888" y="122"/>
                  </a:lnTo>
                  <a:lnTo>
                    <a:pt x="892" y="117"/>
                  </a:lnTo>
                  <a:lnTo>
                    <a:pt x="896" y="110"/>
                  </a:lnTo>
                  <a:lnTo>
                    <a:pt x="899" y="104"/>
                  </a:lnTo>
                  <a:lnTo>
                    <a:pt x="901" y="97"/>
                  </a:lnTo>
                  <a:lnTo>
                    <a:pt x="903" y="90"/>
                  </a:lnTo>
                  <a:lnTo>
                    <a:pt x="904" y="83"/>
                  </a:lnTo>
                  <a:lnTo>
                    <a:pt x="904" y="75"/>
                  </a:lnTo>
                  <a:lnTo>
                    <a:pt x="904" y="0"/>
                  </a:lnTo>
                  <a:lnTo>
                    <a:pt x="0" y="0"/>
                  </a:lnTo>
                  <a:lnTo>
                    <a:pt x="0"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5" name="Group 84" descr="Icon of computer monitors.">
            <a:extLst>
              <a:ext uri="{FF2B5EF4-FFF2-40B4-BE49-F238E27FC236}">
                <a16:creationId xmlns:a16="http://schemas.microsoft.com/office/drawing/2014/main" id="{A97EEAA0-CE6D-46A9-9837-67DD5CDA8CE9}"/>
              </a:ext>
            </a:extLst>
          </p:cNvPr>
          <p:cNvGrpSpPr/>
          <p:nvPr/>
        </p:nvGrpSpPr>
        <p:grpSpPr>
          <a:xfrm>
            <a:off x="4277123" y="1359245"/>
            <a:ext cx="287338" cy="258762"/>
            <a:chOff x="304800" y="5129213"/>
            <a:chExt cx="287338" cy="258762"/>
          </a:xfrm>
          <a:solidFill>
            <a:schemeClr val="bg1"/>
          </a:solidFill>
        </p:grpSpPr>
        <p:sp>
          <p:nvSpPr>
            <p:cNvPr id="86" name="Freeform 1630">
              <a:extLst>
                <a:ext uri="{FF2B5EF4-FFF2-40B4-BE49-F238E27FC236}">
                  <a16:creationId xmlns:a16="http://schemas.microsoft.com/office/drawing/2014/main" id="{CD9DD3B0-9FD5-473E-A718-FEFF0355FBCA}"/>
                </a:ext>
              </a:extLst>
            </p:cNvPr>
            <p:cNvSpPr>
              <a:spLocks/>
            </p:cNvSpPr>
            <p:nvPr/>
          </p:nvSpPr>
          <p:spPr bwMode="auto">
            <a:xfrm>
              <a:off x="381000" y="5224463"/>
              <a:ext cx="134938" cy="38100"/>
            </a:xfrm>
            <a:custGeom>
              <a:avLst/>
              <a:gdLst>
                <a:gd name="T0" fmla="*/ 176 w 423"/>
                <a:gd name="T1" fmla="*/ 120 h 120"/>
                <a:gd name="T2" fmla="*/ 247 w 423"/>
                <a:gd name="T3" fmla="*/ 120 h 120"/>
                <a:gd name="T4" fmla="*/ 252 w 423"/>
                <a:gd name="T5" fmla="*/ 108 h 120"/>
                <a:gd name="T6" fmla="*/ 260 w 423"/>
                <a:gd name="T7" fmla="*/ 97 h 120"/>
                <a:gd name="T8" fmla="*/ 269 w 423"/>
                <a:gd name="T9" fmla="*/ 86 h 120"/>
                <a:gd name="T10" fmla="*/ 280 w 423"/>
                <a:gd name="T11" fmla="*/ 77 h 120"/>
                <a:gd name="T12" fmla="*/ 291 w 423"/>
                <a:gd name="T13" fmla="*/ 71 h 120"/>
                <a:gd name="T14" fmla="*/ 304 w 423"/>
                <a:gd name="T15" fmla="*/ 65 h 120"/>
                <a:gd name="T16" fmla="*/ 311 w 423"/>
                <a:gd name="T17" fmla="*/ 63 h 120"/>
                <a:gd name="T18" fmla="*/ 318 w 423"/>
                <a:gd name="T19" fmla="*/ 62 h 120"/>
                <a:gd name="T20" fmla="*/ 325 w 423"/>
                <a:gd name="T21" fmla="*/ 61 h 120"/>
                <a:gd name="T22" fmla="*/ 332 w 423"/>
                <a:gd name="T23" fmla="*/ 61 h 120"/>
                <a:gd name="T24" fmla="*/ 423 w 423"/>
                <a:gd name="T25" fmla="*/ 61 h 120"/>
                <a:gd name="T26" fmla="*/ 423 w 423"/>
                <a:gd name="T27" fmla="*/ 31 h 120"/>
                <a:gd name="T28" fmla="*/ 423 w 423"/>
                <a:gd name="T29" fmla="*/ 22 h 120"/>
                <a:gd name="T30" fmla="*/ 420 w 423"/>
                <a:gd name="T31" fmla="*/ 14 h 120"/>
                <a:gd name="T32" fmla="*/ 418 w 423"/>
                <a:gd name="T33" fmla="*/ 8 h 120"/>
                <a:gd name="T34" fmla="*/ 415 w 423"/>
                <a:gd name="T35" fmla="*/ 0 h 120"/>
                <a:gd name="T36" fmla="*/ 363 w 423"/>
                <a:gd name="T37" fmla="*/ 0 h 120"/>
                <a:gd name="T38" fmla="*/ 61 w 423"/>
                <a:gd name="T39" fmla="*/ 0 h 120"/>
                <a:gd name="T40" fmla="*/ 9 w 423"/>
                <a:gd name="T41" fmla="*/ 0 h 120"/>
                <a:gd name="T42" fmla="*/ 6 w 423"/>
                <a:gd name="T43" fmla="*/ 8 h 120"/>
                <a:gd name="T44" fmla="*/ 2 w 423"/>
                <a:gd name="T45" fmla="*/ 14 h 120"/>
                <a:gd name="T46" fmla="*/ 1 w 423"/>
                <a:gd name="T47" fmla="*/ 22 h 120"/>
                <a:gd name="T48" fmla="*/ 0 w 423"/>
                <a:gd name="T49" fmla="*/ 31 h 120"/>
                <a:gd name="T50" fmla="*/ 0 w 423"/>
                <a:gd name="T51" fmla="*/ 61 h 120"/>
                <a:gd name="T52" fmla="*/ 91 w 423"/>
                <a:gd name="T53" fmla="*/ 61 h 120"/>
                <a:gd name="T54" fmla="*/ 99 w 423"/>
                <a:gd name="T55" fmla="*/ 61 h 120"/>
                <a:gd name="T56" fmla="*/ 105 w 423"/>
                <a:gd name="T57" fmla="*/ 62 h 120"/>
                <a:gd name="T58" fmla="*/ 112 w 423"/>
                <a:gd name="T59" fmla="*/ 63 h 120"/>
                <a:gd name="T60" fmla="*/ 120 w 423"/>
                <a:gd name="T61" fmla="*/ 65 h 120"/>
                <a:gd name="T62" fmla="*/ 132 w 423"/>
                <a:gd name="T63" fmla="*/ 71 h 120"/>
                <a:gd name="T64" fmla="*/ 144 w 423"/>
                <a:gd name="T65" fmla="*/ 77 h 120"/>
                <a:gd name="T66" fmla="*/ 154 w 423"/>
                <a:gd name="T67" fmla="*/ 86 h 120"/>
                <a:gd name="T68" fmla="*/ 163 w 423"/>
                <a:gd name="T69" fmla="*/ 97 h 120"/>
                <a:gd name="T70" fmla="*/ 170 w 423"/>
                <a:gd name="T71" fmla="*/ 108 h 120"/>
                <a:gd name="T72" fmla="*/ 176 w 423"/>
                <a:gd name="T73"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3" h="120">
                  <a:moveTo>
                    <a:pt x="176" y="120"/>
                  </a:moveTo>
                  <a:lnTo>
                    <a:pt x="247" y="120"/>
                  </a:lnTo>
                  <a:lnTo>
                    <a:pt x="252" y="108"/>
                  </a:lnTo>
                  <a:lnTo>
                    <a:pt x="260" y="97"/>
                  </a:lnTo>
                  <a:lnTo>
                    <a:pt x="269" y="86"/>
                  </a:lnTo>
                  <a:lnTo>
                    <a:pt x="280" y="77"/>
                  </a:lnTo>
                  <a:lnTo>
                    <a:pt x="291" y="71"/>
                  </a:lnTo>
                  <a:lnTo>
                    <a:pt x="304" y="65"/>
                  </a:lnTo>
                  <a:lnTo>
                    <a:pt x="311" y="63"/>
                  </a:lnTo>
                  <a:lnTo>
                    <a:pt x="318" y="62"/>
                  </a:lnTo>
                  <a:lnTo>
                    <a:pt x="325" y="61"/>
                  </a:lnTo>
                  <a:lnTo>
                    <a:pt x="332" y="61"/>
                  </a:lnTo>
                  <a:lnTo>
                    <a:pt x="423" y="61"/>
                  </a:lnTo>
                  <a:lnTo>
                    <a:pt x="423" y="31"/>
                  </a:lnTo>
                  <a:lnTo>
                    <a:pt x="423" y="22"/>
                  </a:lnTo>
                  <a:lnTo>
                    <a:pt x="420" y="14"/>
                  </a:lnTo>
                  <a:lnTo>
                    <a:pt x="418" y="8"/>
                  </a:lnTo>
                  <a:lnTo>
                    <a:pt x="415" y="0"/>
                  </a:lnTo>
                  <a:lnTo>
                    <a:pt x="363" y="0"/>
                  </a:lnTo>
                  <a:lnTo>
                    <a:pt x="61" y="0"/>
                  </a:lnTo>
                  <a:lnTo>
                    <a:pt x="9" y="0"/>
                  </a:lnTo>
                  <a:lnTo>
                    <a:pt x="6" y="8"/>
                  </a:lnTo>
                  <a:lnTo>
                    <a:pt x="2" y="14"/>
                  </a:lnTo>
                  <a:lnTo>
                    <a:pt x="1" y="22"/>
                  </a:lnTo>
                  <a:lnTo>
                    <a:pt x="0" y="31"/>
                  </a:lnTo>
                  <a:lnTo>
                    <a:pt x="0" y="61"/>
                  </a:lnTo>
                  <a:lnTo>
                    <a:pt x="91" y="61"/>
                  </a:lnTo>
                  <a:lnTo>
                    <a:pt x="99" y="61"/>
                  </a:lnTo>
                  <a:lnTo>
                    <a:pt x="105" y="62"/>
                  </a:lnTo>
                  <a:lnTo>
                    <a:pt x="112" y="63"/>
                  </a:lnTo>
                  <a:lnTo>
                    <a:pt x="120" y="65"/>
                  </a:lnTo>
                  <a:lnTo>
                    <a:pt x="132" y="71"/>
                  </a:lnTo>
                  <a:lnTo>
                    <a:pt x="144" y="77"/>
                  </a:lnTo>
                  <a:lnTo>
                    <a:pt x="154" y="86"/>
                  </a:lnTo>
                  <a:lnTo>
                    <a:pt x="163" y="97"/>
                  </a:lnTo>
                  <a:lnTo>
                    <a:pt x="170" y="108"/>
                  </a:lnTo>
                  <a:lnTo>
                    <a:pt x="176"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7" name="Freeform 1631">
              <a:extLst>
                <a:ext uri="{FF2B5EF4-FFF2-40B4-BE49-F238E27FC236}">
                  <a16:creationId xmlns:a16="http://schemas.microsoft.com/office/drawing/2014/main" id="{99F6D614-3AD7-472A-92A9-85406C4F4B20}"/>
                </a:ext>
              </a:extLst>
            </p:cNvPr>
            <p:cNvSpPr>
              <a:spLocks noEditPoints="1"/>
            </p:cNvSpPr>
            <p:nvPr/>
          </p:nvSpPr>
          <p:spPr bwMode="auto">
            <a:xfrm>
              <a:off x="390525" y="5129213"/>
              <a:ext cx="115888" cy="85725"/>
            </a:xfrm>
            <a:custGeom>
              <a:avLst/>
              <a:gdLst>
                <a:gd name="T0" fmla="*/ 60 w 362"/>
                <a:gd name="T1" fmla="*/ 72 h 271"/>
                <a:gd name="T2" fmla="*/ 62 w 362"/>
                <a:gd name="T3" fmla="*/ 66 h 271"/>
                <a:gd name="T4" fmla="*/ 66 w 362"/>
                <a:gd name="T5" fmla="*/ 62 h 271"/>
                <a:gd name="T6" fmla="*/ 72 w 362"/>
                <a:gd name="T7" fmla="*/ 60 h 271"/>
                <a:gd name="T8" fmla="*/ 287 w 362"/>
                <a:gd name="T9" fmla="*/ 60 h 271"/>
                <a:gd name="T10" fmla="*/ 292 w 362"/>
                <a:gd name="T11" fmla="*/ 61 h 271"/>
                <a:gd name="T12" fmla="*/ 297 w 362"/>
                <a:gd name="T13" fmla="*/ 64 h 271"/>
                <a:gd name="T14" fmla="*/ 300 w 362"/>
                <a:gd name="T15" fmla="*/ 70 h 271"/>
                <a:gd name="T16" fmla="*/ 301 w 362"/>
                <a:gd name="T17" fmla="*/ 75 h 271"/>
                <a:gd name="T18" fmla="*/ 301 w 362"/>
                <a:gd name="T19" fmla="*/ 229 h 271"/>
                <a:gd name="T20" fmla="*/ 299 w 362"/>
                <a:gd name="T21" fmla="*/ 234 h 271"/>
                <a:gd name="T22" fmla="*/ 294 w 362"/>
                <a:gd name="T23" fmla="*/ 239 h 271"/>
                <a:gd name="T24" fmla="*/ 289 w 362"/>
                <a:gd name="T25" fmla="*/ 241 h 271"/>
                <a:gd name="T26" fmla="*/ 75 w 362"/>
                <a:gd name="T27" fmla="*/ 241 h 271"/>
                <a:gd name="T28" fmla="*/ 69 w 362"/>
                <a:gd name="T29" fmla="*/ 240 h 271"/>
                <a:gd name="T30" fmla="*/ 64 w 362"/>
                <a:gd name="T31" fmla="*/ 237 h 271"/>
                <a:gd name="T32" fmla="*/ 61 w 362"/>
                <a:gd name="T33" fmla="*/ 231 h 271"/>
                <a:gd name="T34" fmla="*/ 60 w 362"/>
                <a:gd name="T35" fmla="*/ 226 h 271"/>
                <a:gd name="T36" fmla="*/ 332 w 362"/>
                <a:gd name="T37" fmla="*/ 271 h 271"/>
                <a:gd name="T38" fmla="*/ 362 w 362"/>
                <a:gd name="T39" fmla="*/ 60 h 271"/>
                <a:gd name="T40" fmla="*/ 361 w 362"/>
                <a:gd name="T41" fmla="*/ 47 h 271"/>
                <a:gd name="T42" fmla="*/ 357 w 362"/>
                <a:gd name="T43" fmla="*/ 36 h 271"/>
                <a:gd name="T44" fmla="*/ 352 w 362"/>
                <a:gd name="T45" fmla="*/ 26 h 271"/>
                <a:gd name="T46" fmla="*/ 344 w 362"/>
                <a:gd name="T47" fmla="*/ 18 h 271"/>
                <a:gd name="T48" fmla="*/ 335 w 362"/>
                <a:gd name="T49" fmla="*/ 10 h 271"/>
                <a:gd name="T50" fmla="*/ 325 w 362"/>
                <a:gd name="T51" fmla="*/ 4 h 271"/>
                <a:gd name="T52" fmla="*/ 313 w 362"/>
                <a:gd name="T53" fmla="*/ 1 h 271"/>
                <a:gd name="T54" fmla="*/ 301 w 362"/>
                <a:gd name="T55" fmla="*/ 0 h 271"/>
                <a:gd name="T56" fmla="*/ 54 w 362"/>
                <a:gd name="T57" fmla="*/ 0 h 271"/>
                <a:gd name="T58" fmla="*/ 42 w 362"/>
                <a:gd name="T59" fmla="*/ 2 h 271"/>
                <a:gd name="T60" fmla="*/ 31 w 362"/>
                <a:gd name="T61" fmla="*/ 7 h 271"/>
                <a:gd name="T62" fmla="*/ 21 w 362"/>
                <a:gd name="T63" fmla="*/ 13 h 271"/>
                <a:gd name="T64" fmla="*/ 13 w 362"/>
                <a:gd name="T65" fmla="*/ 21 h 271"/>
                <a:gd name="T66" fmla="*/ 7 w 362"/>
                <a:gd name="T67" fmla="*/ 31 h 271"/>
                <a:gd name="T68" fmla="*/ 2 w 362"/>
                <a:gd name="T69" fmla="*/ 42 h 271"/>
                <a:gd name="T70" fmla="*/ 0 w 362"/>
                <a:gd name="T71" fmla="*/ 54 h 271"/>
                <a:gd name="T72" fmla="*/ 0 w 362"/>
                <a:gd name="T73" fmla="*/ 271 h 271"/>
                <a:gd name="T74" fmla="*/ 332 w 362"/>
                <a:gd name="T75" fmla="*/ 271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62" h="271">
                  <a:moveTo>
                    <a:pt x="60" y="75"/>
                  </a:moveTo>
                  <a:lnTo>
                    <a:pt x="60" y="72"/>
                  </a:lnTo>
                  <a:lnTo>
                    <a:pt x="61" y="68"/>
                  </a:lnTo>
                  <a:lnTo>
                    <a:pt x="62" y="66"/>
                  </a:lnTo>
                  <a:lnTo>
                    <a:pt x="64" y="64"/>
                  </a:lnTo>
                  <a:lnTo>
                    <a:pt x="66" y="62"/>
                  </a:lnTo>
                  <a:lnTo>
                    <a:pt x="69" y="61"/>
                  </a:lnTo>
                  <a:lnTo>
                    <a:pt x="72" y="60"/>
                  </a:lnTo>
                  <a:lnTo>
                    <a:pt x="75" y="60"/>
                  </a:lnTo>
                  <a:lnTo>
                    <a:pt x="287" y="60"/>
                  </a:lnTo>
                  <a:lnTo>
                    <a:pt x="289" y="60"/>
                  </a:lnTo>
                  <a:lnTo>
                    <a:pt x="292" y="61"/>
                  </a:lnTo>
                  <a:lnTo>
                    <a:pt x="294" y="62"/>
                  </a:lnTo>
                  <a:lnTo>
                    <a:pt x="297" y="64"/>
                  </a:lnTo>
                  <a:lnTo>
                    <a:pt x="299" y="66"/>
                  </a:lnTo>
                  <a:lnTo>
                    <a:pt x="300" y="70"/>
                  </a:lnTo>
                  <a:lnTo>
                    <a:pt x="301" y="72"/>
                  </a:lnTo>
                  <a:lnTo>
                    <a:pt x="301" y="75"/>
                  </a:lnTo>
                  <a:lnTo>
                    <a:pt x="301" y="226"/>
                  </a:lnTo>
                  <a:lnTo>
                    <a:pt x="301" y="229"/>
                  </a:lnTo>
                  <a:lnTo>
                    <a:pt x="300" y="231"/>
                  </a:lnTo>
                  <a:lnTo>
                    <a:pt x="299" y="234"/>
                  </a:lnTo>
                  <a:lnTo>
                    <a:pt x="297" y="237"/>
                  </a:lnTo>
                  <a:lnTo>
                    <a:pt x="294" y="239"/>
                  </a:lnTo>
                  <a:lnTo>
                    <a:pt x="292" y="240"/>
                  </a:lnTo>
                  <a:lnTo>
                    <a:pt x="289" y="241"/>
                  </a:lnTo>
                  <a:lnTo>
                    <a:pt x="287" y="241"/>
                  </a:lnTo>
                  <a:lnTo>
                    <a:pt x="75" y="241"/>
                  </a:lnTo>
                  <a:lnTo>
                    <a:pt x="72" y="241"/>
                  </a:lnTo>
                  <a:lnTo>
                    <a:pt x="69" y="240"/>
                  </a:lnTo>
                  <a:lnTo>
                    <a:pt x="66" y="239"/>
                  </a:lnTo>
                  <a:lnTo>
                    <a:pt x="64" y="237"/>
                  </a:lnTo>
                  <a:lnTo>
                    <a:pt x="62" y="234"/>
                  </a:lnTo>
                  <a:lnTo>
                    <a:pt x="61" y="231"/>
                  </a:lnTo>
                  <a:lnTo>
                    <a:pt x="60" y="229"/>
                  </a:lnTo>
                  <a:lnTo>
                    <a:pt x="60" y="226"/>
                  </a:lnTo>
                  <a:lnTo>
                    <a:pt x="60" y="75"/>
                  </a:lnTo>
                  <a:close/>
                  <a:moveTo>
                    <a:pt x="332" y="271"/>
                  </a:moveTo>
                  <a:lnTo>
                    <a:pt x="362" y="271"/>
                  </a:lnTo>
                  <a:lnTo>
                    <a:pt x="362" y="60"/>
                  </a:lnTo>
                  <a:lnTo>
                    <a:pt x="362" y="54"/>
                  </a:lnTo>
                  <a:lnTo>
                    <a:pt x="361" y="47"/>
                  </a:lnTo>
                  <a:lnTo>
                    <a:pt x="358" y="42"/>
                  </a:lnTo>
                  <a:lnTo>
                    <a:pt x="357" y="36"/>
                  </a:lnTo>
                  <a:lnTo>
                    <a:pt x="354" y="31"/>
                  </a:lnTo>
                  <a:lnTo>
                    <a:pt x="352" y="26"/>
                  </a:lnTo>
                  <a:lnTo>
                    <a:pt x="347" y="21"/>
                  </a:lnTo>
                  <a:lnTo>
                    <a:pt x="344" y="18"/>
                  </a:lnTo>
                  <a:lnTo>
                    <a:pt x="340" y="13"/>
                  </a:lnTo>
                  <a:lnTo>
                    <a:pt x="335" y="10"/>
                  </a:lnTo>
                  <a:lnTo>
                    <a:pt x="330" y="7"/>
                  </a:lnTo>
                  <a:lnTo>
                    <a:pt x="325" y="4"/>
                  </a:lnTo>
                  <a:lnTo>
                    <a:pt x="320" y="2"/>
                  </a:lnTo>
                  <a:lnTo>
                    <a:pt x="313" y="1"/>
                  </a:lnTo>
                  <a:lnTo>
                    <a:pt x="308" y="0"/>
                  </a:lnTo>
                  <a:lnTo>
                    <a:pt x="301" y="0"/>
                  </a:lnTo>
                  <a:lnTo>
                    <a:pt x="60" y="0"/>
                  </a:lnTo>
                  <a:lnTo>
                    <a:pt x="54" y="0"/>
                  </a:lnTo>
                  <a:lnTo>
                    <a:pt x="48" y="1"/>
                  </a:lnTo>
                  <a:lnTo>
                    <a:pt x="42" y="2"/>
                  </a:lnTo>
                  <a:lnTo>
                    <a:pt x="37" y="4"/>
                  </a:lnTo>
                  <a:lnTo>
                    <a:pt x="31" y="7"/>
                  </a:lnTo>
                  <a:lnTo>
                    <a:pt x="27" y="10"/>
                  </a:lnTo>
                  <a:lnTo>
                    <a:pt x="21" y="13"/>
                  </a:lnTo>
                  <a:lnTo>
                    <a:pt x="18" y="18"/>
                  </a:lnTo>
                  <a:lnTo>
                    <a:pt x="13" y="21"/>
                  </a:lnTo>
                  <a:lnTo>
                    <a:pt x="10" y="26"/>
                  </a:lnTo>
                  <a:lnTo>
                    <a:pt x="7" y="31"/>
                  </a:lnTo>
                  <a:lnTo>
                    <a:pt x="5" y="36"/>
                  </a:lnTo>
                  <a:lnTo>
                    <a:pt x="2" y="42"/>
                  </a:lnTo>
                  <a:lnTo>
                    <a:pt x="1" y="47"/>
                  </a:lnTo>
                  <a:lnTo>
                    <a:pt x="0" y="54"/>
                  </a:lnTo>
                  <a:lnTo>
                    <a:pt x="0" y="60"/>
                  </a:lnTo>
                  <a:lnTo>
                    <a:pt x="0" y="271"/>
                  </a:lnTo>
                  <a:lnTo>
                    <a:pt x="30" y="271"/>
                  </a:lnTo>
                  <a:lnTo>
                    <a:pt x="332" y="2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8" name="Freeform 1632">
              <a:extLst>
                <a:ext uri="{FF2B5EF4-FFF2-40B4-BE49-F238E27FC236}">
                  <a16:creationId xmlns:a16="http://schemas.microsoft.com/office/drawing/2014/main" id="{32C10E2D-7492-462D-9F53-98946445AD6D}"/>
                </a:ext>
              </a:extLst>
            </p:cNvPr>
            <p:cNvSpPr>
              <a:spLocks/>
            </p:cNvSpPr>
            <p:nvPr/>
          </p:nvSpPr>
          <p:spPr bwMode="auto">
            <a:xfrm>
              <a:off x="457200" y="5349875"/>
              <a:ext cx="134938" cy="38100"/>
            </a:xfrm>
            <a:custGeom>
              <a:avLst/>
              <a:gdLst>
                <a:gd name="T0" fmla="*/ 422 w 423"/>
                <a:gd name="T1" fmla="*/ 18 h 121"/>
                <a:gd name="T2" fmla="*/ 422 w 423"/>
                <a:gd name="T3" fmla="*/ 17 h 121"/>
                <a:gd name="T4" fmla="*/ 422 w 423"/>
                <a:gd name="T5" fmla="*/ 17 h 121"/>
                <a:gd name="T6" fmla="*/ 419 w 423"/>
                <a:gd name="T7" fmla="*/ 10 h 121"/>
                <a:gd name="T8" fmla="*/ 417 w 423"/>
                <a:gd name="T9" fmla="*/ 5 h 121"/>
                <a:gd name="T10" fmla="*/ 417 w 423"/>
                <a:gd name="T11" fmla="*/ 4 h 121"/>
                <a:gd name="T12" fmla="*/ 416 w 423"/>
                <a:gd name="T13" fmla="*/ 4 h 121"/>
                <a:gd name="T14" fmla="*/ 415 w 423"/>
                <a:gd name="T15" fmla="*/ 2 h 121"/>
                <a:gd name="T16" fmla="*/ 415 w 423"/>
                <a:gd name="T17" fmla="*/ 0 h 121"/>
                <a:gd name="T18" fmla="*/ 9 w 423"/>
                <a:gd name="T19" fmla="*/ 0 h 121"/>
                <a:gd name="T20" fmla="*/ 8 w 423"/>
                <a:gd name="T21" fmla="*/ 2 h 121"/>
                <a:gd name="T22" fmla="*/ 7 w 423"/>
                <a:gd name="T23" fmla="*/ 4 h 121"/>
                <a:gd name="T24" fmla="*/ 7 w 423"/>
                <a:gd name="T25" fmla="*/ 4 h 121"/>
                <a:gd name="T26" fmla="*/ 7 w 423"/>
                <a:gd name="T27" fmla="*/ 5 h 121"/>
                <a:gd name="T28" fmla="*/ 5 w 423"/>
                <a:gd name="T29" fmla="*/ 10 h 121"/>
                <a:gd name="T30" fmla="*/ 2 w 423"/>
                <a:gd name="T31" fmla="*/ 17 h 121"/>
                <a:gd name="T32" fmla="*/ 2 w 423"/>
                <a:gd name="T33" fmla="*/ 17 h 121"/>
                <a:gd name="T34" fmla="*/ 2 w 423"/>
                <a:gd name="T35" fmla="*/ 18 h 121"/>
                <a:gd name="T36" fmla="*/ 1 w 423"/>
                <a:gd name="T37" fmla="*/ 24 h 121"/>
                <a:gd name="T38" fmla="*/ 0 w 423"/>
                <a:gd name="T39" fmla="*/ 30 h 121"/>
                <a:gd name="T40" fmla="*/ 0 w 423"/>
                <a:gd name="T41" fmla="*/ 107 h 121"/>
                <a:gd name="T42" fmla="*/ 1 w 423"/>
                <a:gd name="T43" fmla="*/ 109 h 121"/>
                <a:gd name="T44" fmla="*/ 2 w 423"/>
                <a:gd name="T45" fmla="*/ 112 h 121"/>
                <a:gd name="T46" fmla="*/ 4 w 423"/>
                <a:gd name="T47" fmla="*/ 114 h 121"/>
                <a:gd name="T48" fmla="*/ 6 w 423"/>
                <a:gd name="T49" fmla="*/ 117 h 121"/>
                <a:gd name="T50" fmla="*/ 8 w 423"/>
                <a:gd name="T51" fmla="*/ 119 h 121"/>
                <a:gd name="T52" fmla="*/ 10 w 423"/>
                <a:gd name="T53" fmla="*/ 120 h 121"/>
                <a:gd name="T54" fmla="*/ 12 w 423"/>
                <a:gd name="T55" fmla="*/ 121 h 121"/>
                <a:gd name="T56" fmla="*/ 16 w 423"/>
                <a:gd name="T57" fmla="*/ 121 h 121"/>
                <a:gd name="T58" fmla="*/ 408 w 423"/>
                <a:gd name="T59" fmla="*/ 121 h 121"/>
                <a:gd name="T60" fmla="*/ 412 w 423"/>
                <a:gd name="T61" fmla="*/ 121 h 121"/>
                <a:gd name="T62" fmla="*/ 414 w 423"/>
                <a:gd name="T63" fmla="*/ 120 h 121"/>
                <a:gd name="T64" fmla="*/ 416 w 423"/>
                <a:gd name="T65" fmla="*/ 119 h 121"/>
                <a:gd name="T66" fmla="*/ 418 w 423"/>
                <a:gd name="T67" fmla="*/ 117 h 121"/>
                <a:gd name="T68" fmla="*/ 421 w 423"/>
                <a:gd name="T69" fmla="*/ 114 h 121"/>
                <a:gd name="T70" fmla="*/ 422 w 423"/>
                <a:gd name="T71" fmla="*/ 112 h 121"/>
                <a:gd name="T72" fmla="*/ 423 w 423"/>
                <a:gd name="T73" fmla="*/ 109 h 121"/>
                <a:gd name="T74" fmla="*/ 423 w 423"/>
                <a:gd name="T75" fmla="*/ 107 h 121"/>
                <a:gd name="T76" fmla="*/ 423 w 423"/>
                <a:gd name="T77" fmla="*/ 30 h 121"/>
                <a:gd name="T78" fmla="*/ 423 w 423"/>
                <a:gd name="T79" fmla="*/ 24 h 121"/>
                <a:gd name="T80" fmla="*/ 422 w 423"/>
                <a:gd name="T81" fmla="*/ 18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23" h="121">
                  <a:moveTo>
                    <a:pt x="422" y="18"/>
                  </a:moveTo>
                  <a:lnTo>
                    <a:pt x="422" y="17"/>
                  </a:lnTo>
                  <a:lnTo>
                    <a:pt x="422" y="17"/>
                  </a:lnTo>
                  <a:lnTo>
                    <a:pt x="419" y="10"/>
                  </a:lnTo>
                  <a:lnTo>
                    <a:pt x="417" y="5"/>
                  </a:lnTo>
                  <a:lnTo>
                    <a:pt x="417" y="4"/>
                  </a:lnTo>
                  <a:lnTo>
                    <a:pt x="416" y="4"/>
                  </a:lnTo>
                  <a:lnTo>
                    <a:pt x="415" y="2"/>
                  </a:lnTo>
                  <a:lnTo>
                    <a:pt x="415" y="0"/>
                  </a:lnTo>
                  <a:lnTo>
                    <a:pt x="9" y="0"/>
                  </a:lnTo>
                  <a:lnTo>
                    <a:pt x="8" y="2"/>
                  </a:lnTo>
                  <a:lnTo>
                    <a:pt x="7" y="4"/>
                  </a:lnTo>
                  <a:lnTo>
                    <a:pt x="7" y="4"/>
                  </a:lnTo>
                  <a:lnTo>
                    <a:pt x="7" y="5"/>
                  </a:lnTo>
                  <a:lnTo>
                    <a:pt x="5" y="10"/>
                  </a:lnTo>
                  <a:lnTo>
                    <a:pt x="2" y="17"/>
                  </a:lnTo>
                  <a:lnTo>
                    <a:pt x="2" y="17"/>
                  </a:lnTo>
                  <a:lnTo>
                    <a:pt x="2" y="18"/>
                  </a:lnTo>
                  <a:lnTo>
                    <a:pt x="1" y="24"/>
                  </a:lnTo>
                  <a:lnTo>
                    <a:pt x="0" y="30"/>
                  </a:lnTo>
                  <a:lnTo>
                    <a:pt x="0" y="107"/>
                  </a:lnTo>
                  <a:lnTo>
                    <a:pt x="1" y="109"/>
                  </a:lnTo>
                  <a:lnTo>
                    <a:pt x="2" y="112"/>
                  </a:lnTo>
                  <a:lnTo>
                    <a:pt x="4" y="114"/>
                  </a:lnTo>
                  <a:lnTo>
                    <a:pt x="6" y="117"/>
                  </a:lnTo>
                  <a:lnTo>
                    <a:pt x="8" y="119"/>
                  </a:lnTo>
                  <a:lnTo>
                    <a:pt x="10" y="120"/>
                  </a:lnTo>
                  <a:lnTo>
                    <a:pt x="12" y="121"/>
                  </a:lnTo>
                  <a:lnTo>
                    <a:pt x="16" y="121"/>
                  </a:lnTo>
                  <a:lnTo>
                    <a:pt x="408" y="121"/>
                  </a:lnTo>
                  <a:lnTo>
                    <a:pt x="412" y="121"/>
                  </a:lnTo>
                  <a:lnTo>
                    <a:pt x="414" y="120"/>
                  </a:lnTo>
                  <a:lnTo>
                    <a:pt x="416" y="119"/>
                  </a:lnTo>
                  <a:lnTo>
                    <a:pt x="418" y="117"/>
                  </a:lnTo>
                  <a:lnTo>
                    <a:pt x="421" y="114"/>
                  </a:lnTo>
                  <a:lnTo>
                    <a:pt x="422" y="112"/>
                  </a:lnTo>
                  <a:lnTo>
                    <a:pt x="423" y="109"/>
                  </a:lnTo>
                  <a:lnTo>
                    <a:pt x="423" y="107"/>
                  </a:lnTo>
                  <a:lnTo>
                    <a:pt x="423" y="30"/>
                  </a:lnTo>
                  <a:lnTo>
                    <a:pt x="423" y="24"/>
                  </a:lnTo>
                  <a:lnTo>
                    <a:pt x="422"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9" name="Freeform 1633">
              <a:extLst>
                <a:ext uri="{FF2B5EF4-FFF2-40B4-BE49-F238E27FC236}">
                  <a16:creationId xmlns:a16="http://schemas.microsoft.com/office/drawing/2014/main" id="{4FA8B819-0160-4EA0-86E9-6D9D4C17F168}"/>
                </a:ext>
              </a:extLst>
            </p:cNvPr>
            <p:cNvSpPr>
              <a:spLocks noEditPoints="1"/>
            </p:cNvSpPr>
            <p:nvPr/>
          </p:nvSpPr>
          <p:spPr bwMode="auto">
            <a:xfrm>
              <a:off x="468313" y="5253038"/>
              <a:ext cx="114300" cy="87313"/>
            </a:xfrm>
            <a:custGeom>
              <a:avLst/>
              <a:gdLst>
                <a:gd name="T0" fmla="*/ 302 w 362"/>
                <a:gd name="T1" fmla="*/ 227 h 273"/>
                <a:gd name="T2" fmla="*/ 301 w 362"/>
                <a:gd name="T3" fmla="*/ 233 h 273"/>
                <a:gd name="T4" fmla="*/ 298 w 362"/>
                <a:gd name="T5" fmla="*/ 237 h 273"/>
                <a:gd name="T6" fmla="*/ 292 w 362"/>
                <a:gd name="T7" fmla="*/ 241 h 273"/>
                <a:gd name="T8" fmla="*/ 287 w 362"/>
                <a:gd name="T9" fmla="*/ 242 h 273"/>
                <a:gd name="T10" fmla="*/ 72 w 362"/>
                <a:gd name="T11" fmla="*/ 242 h 273"/>
                <a:gd name="T12" fmla="*/ 67 w 362"/>
                <a:gd name="T13" fmla="*/ 239 h 273"/>
                <a:gd name="T14" fmla="*/ 63 w 362"/>
                <a:gd name="T15" fmla="*/ 235 h 273"/>
                <a:gd name="T16" fmla="*/ 61 w 362"/>
                <a:gd name="T17" fmla="*/ 231 h 273"/>
                <a:gd name="T18" fmla="*/ 60 w 362"/>
                <a:gd name="T19" fmla="*/ 76 h 273"/>
                <a:gd name="T20" fmla="*/ 61 w 362"/>
                <a:gd name="T21" fmla="*/ 70 h 273"/>
                <a:gd name="T22" fmla="*/ 64 w 362"/>
                <a:gd name="T23" fmla="*/ 66 h 273"/>
                <a:gd name="T24" fmla="*/ 70 w 362"/>
                <a:gd name="T25" fmla="*/ 62 h 273"/>
                <a:gd name="T26" fmla="*/ 75 w 362"/>
                <a:gd name="T27" fmla="*/ 61 h 273"/>
                <a:gd name="T28" fmla="*/ 290 w 362"/>
                <a:gd name="T29" fmla="*/ 61 h 273"/>
                <a:gd name="T30" fmla="*/ 296 w 362"/>
                <a:gd name="T31" fmla="*/ 64 h 273"/>
                <a:gd name="T32" fmla="*/ 299 w 362"/>
                <a:gd name="T33" fmla="*/ 68 h 273"/>
                <a:gd name="T34" fmla="*/ 301 w 362"/>
                <a:gd name="T35" fmla="*/ 73 h 273"/>
                <a:gd name="T36" fmla="*/ 60 w 362"/>
                <a:gd name="T37" fmla="*/ 0 h 273"/>
                <a:gd name="T38" fmla="*/ 42 w 362"/>
                <a:gd name="T39" fmla="*/ 4 h 273"/>
                <a:gd name="T40" fmla="*/ 27 w 362"/>
                <a:gd name="T41" fmla="*/ 12 h 273"/>
                <a:gd name="T42" fmla="*/ 18 w 362"/>
                <a:gd name="T43" fmla="*/ 18 h 273"/>
                <a:gd name="T44" fmla="*/ 5 w 362"/>
                <a:gd name="T45" fmla="*/ 38 h 273"/>
                <a:gd name="T46" fmla="*/ 1 w 362"/>
                <a:gd name="T47" fmla="*/ 49 h 273"/>
                <a:gd name="T48" fmla="*/ 0 w 362"/>
                <a:gd name="T49" fmla="*/ 61 h 273"/>
                <a:gd name="T50" fmla="*/ 362 w 362"/>
                <a:gd name="T51" fmla="*/ 273 h 273"/>
                <a:gd name="T52" fmla="*/ 362 w 362"/>
                <a:gd name="T53" fmla="*/ 55 h 273"/>
                <a:gd name="T54" fmla="*/ 360 w 362"/>
                <a:gd name="T55" fmla="*/ 44 h 273"/>
                <a:gd name="T56" fmla="*/ 352 w 362"/>
                <a:gd name="T57" fmla="*/ 27 h 273"/>
                <a:gd name="T58" fmla="*/ 340 w 362"/>
                <a:gd name="T59" fmla="*/ 15 h 273"/>
                <a:gd name="T60" fmla="*/ 328 w 362"/>
                <a:gd name="T61" fmla="*/ 7 h 273"/>
                <a:gd name="T62" fmla="*/ 311 w 362"/>
                <a:gd name="T63" fmla="*/ 2 h 273"/>
                <a:gd name="T64" fmla="*/ 121 w 362"/>
                <a:gd name="T65" fmla="*/ 0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2" h="273">
                  <a:moveTo>
                    <a:pt x="302" y="76"/>
                  </a:moveTo>
                  <a:lnTo>
                    <a:pt x="302" y="227"/>
                  </a:lnTo>
                  <a:lnTo>
                    <a:pt x="301" y="231"/>
                  </a:lnTo>
                  <a:lnTo>
                    <a:pt x="301" y="233"/>
                  </a:lnTo>
                  <a:lnTo>
                    <a:pt x="299" y="235"/>
                  </a:lnTo>
                  <a:lnTo>
                    <a:pt x="298" y="237"/>
                  </a:lnTo>
                  <a:lnTo>
                    <a:pt x="296" y="239"/>
                  </a:lnTo>
                  <a:lnTo>
                    <a:pt x="292" y="241"/>
                  </a:lnTo>
                  <a:lnTo>
                    <a:pt x="290" y="242"/>
                  </a:lnTo>
                  <a:lnTo>
                    <a:pt x="287" y="242"/>
                  </a:lnTo>
                  <a:lnTo>
                    <a:pt x="75" y="242"/>
                  </a:lnTo>
                  <a:lnTo>
                    <a:pt x="72" y="242"/>
                  </a:lnTo>
                  <a:lnTo>
                    <a:pt x="70" y="241"/>
                  </a:lnTo>
                  <a:lnTo>
                    <a:pt x="67" y="239"/>
                  </a:lnTo>
                  <a:lnTo>
                    <a:pt x="64" y="237"/>
                  </a:lnTo>
                  <a:lnTo>
                    <a:pt x="63" y="235"/>
                  </a:lnTo>
                  <a:lnTo>
                    <a:pt x="61" y="233"/>
                  </a:lnTo>
                  <a:lnTo>
                    <a:pt x="61" y="231"/>
                  </a:lnTo>
                  <a:lnTo>
                    <a:pt x="60" y="227"/>
                  </a:lnTo>
                  <a:lnTo>
                    <a:pt x="60" y="76"/>
                  </a:lnTo>
                  <a:lnTo>
                    <a:pt x="61" y="73"/>
                  </a:lnTo>
                  <a:lnTo>
                    <a:pt x="61" y="70"/>
                  </a:lnTo>
                  <a:lnTo>
                    <a:pt x="63" y="68"/>
                  </a:lnTo>
                  <a:lnTo>
                    <a:pt x="64" y="66"/>
                  </a:lnTo>
                  <a:lnTo>
                    <a:pt x="67" y="64"/>
                  </a:lnTo>
                  <a:lnTo>
                    <a:pt x="70" y="62"/>
                  </a:lnTo>
                  <a:lnTo>
                    <a:pt x="72" y="61"/>
                  </a:lnTo>
                  <a:lnTo>
                    <a:pt x="75" y="61"/>
                  </a:lnTo>
                  <a:lnTo>
                    <a:pt x="287" y="61"/>
                  </a:lnTo>
                  <a:lnTo>
                    <a:pt x="290" y="61"/>
                  </a:lnTo>
                  <a:lnTo>
                    <a:pt x="292" y="62"/>
                  </a:lnTo>
                  <a:lnTo>
                    <a:pt x="296" y="64"/>
                  </a:lnTo>
                  <a:lnTo>
                    <a:pt x="298" y="66"/>
                  </a:lnTo>
                  <a:lnTo>
                    <a:pt x="299" y="68"/>
                  </a:lnTo>
                  <a:lnTo>
                    <a:pt x="301" y="70"/>
                  </a:lnTo>
                  <a:lnTo>
                    <a:pt x="301" y="73"/>
                  </a:lnTo>
                  <a:lnTo>
                    <a:pt x="302" y="76"/>
                  </a:lnTo>
                  <a:close/>
                  <a:moveTo>
                    <a:pt x="60" y="0"/>
                  </a:moveTo>
                  <a:lnTo>
                    <a:pt x="51" y="2"/>
                  </a:lnTo>
                  <a:lnTo>
                    <a:pt x="42" y="4"/>
                  </a:lnTo>
                  <a:lnTo>
                    <a:pt x="35" y="7"/>
                  </a:lnTo>
                  <a:lnTo>
                    <a:pt x="27" y="12"/>
                  </a:lnTo>
                  <a:lnTo>
                    <a:pt x="22" y="15"/>
                  </a:lnTo>
                  <a:lnTo>
                    <a:pt x="18" y="18"/>
                  </a:lnTo>
                  <a:lnTo>
                    <a:pt x="10" y="27"/>
                  </a:lnTo>
                  <a:lnTo>
                    <a:pt x="5" y="38"/>
                  </a:lnTo>
                  <a:lnTo>
                    <a:pt x="2" y="44"/>
                  </a:lnTo>
                  <a:lnTo>
                    <a:pt x="1" y="49"/>
                  </a:lnTo>
                  <a:lnTo>
                    <a:pt x="0" y="55"/>
                  </a:lnTo>
                  <a:lnTo>
                    <a:pt x="0" y="61"/>
                  </a:lnTo>
                  <a:lnTo>
                    <a:pt x="0" y="273"/>
                  </a:lnTo>
                  <a:lnTo>
                    <a:pt x="362" y="273"/>
                  </a:lnTo>
                  <a:lnTo>
                    <a:pt x="362" y="61"/>
                  </a:lnTo>
                  <a:lnTo>
                    <a:pt x="362" y="55"/>
                  </a:lnTo>
                  <a:lnTo>
                    <a:pt x="361" y="49"/>
                  </a:lnTo>
                  <a:lnTo>
                    <a:pt x="360" y="44"/>
                  </a:lnTo>
                  <a:lnTo>
                    <a:pt x="358" y="38"/>
                  </a:lnTo>
                  <a:lnTo>
                    <a:pt x="352" y="27"/>
                  </a:lnTo>
                  <a:lnTo>
                    <a:pt x="344" y="18"/>
                  </a:lnTo>
                  <a:lnTo>
                    <a:pt x="340" y="15"/>
                  </a:lnTo>
                  <a:lnTo>
                    <a:pt x="335" y="12"/>
                  </a:lnTo>
                  <a:lnTo>
                    <a:pt x="328" y="7"/>
                  </a:lnTo>
                  <a:lnTo>
                    <a:pt x="320" y="4"/>
                  </a:lnTo>
                  <a:lnTo>
                    <a:pt x="311" y="2"/>
                  </a:lnTo>
                  <a:lnTo>
                    <a:pt x="302" y="0"/>
                  </a:lnTo>
                  <a:lnTo>
                    <a:pt x="121" y="0"/>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0" name="Freeform 1634">
              <a:extLst>
                <a:ext uri="{FF2B5EF4-FFF2-40B4-BE49-F238E27FC236}">
                  <a16:creationId xmlns:a16="http://schemas.microsoft.com/office/drawing/2014/main" id="{2C93C243-2B14-4681-B84A-CD4AAEC1D316}"/>
                </a:ext>
              </a:extLst>
            </p:cNvPr>
            <p:cNvSpPr>
              <a:spLocks noEditPoints="1"/>
            </p:cNvSpPr>
            <p:nvPr/>
          </p:nvSpPr>
          <p:spPr bwMode="auto">
            <a:xfrm>
              <a:off x="314325" y="5253038"/>
              <a:ext cx="115888" cy="87313"/>
            </a:xfrm>
            <a:custGeom>
              <a:avLst/>
              <a:gdLst>
                <a:gd name="T0" fmla="*/ 302 w 363"/>
                <a:gd name="T1" fmla="*/ 231 h 273"/>
                <a:gd name="T2" fmla="*/ 300 w 363"/>
                <a:gd name="T3" fmla="*/ 235 h 273"/>
                <a:gd name="T4" fmla="*/ 295 w 363"/>
                <a:gd name="T5" fmla="*/ 239 h 273"/>
                <a:gd name="T6" fmla="*/ 290 w 363"/>
                <a:gd name="T7" fmla="*/ 242 h 273"/>
                <a:gd name="T8" fmla="*/ 75 w 363"/>
                <a:gd name="T9" fmla="*/ 242 h 273"/>
                <a:gd name="T10" fmla="*/ 70 w 363"/>
                <a:gd name="T11" fmla="*/ 241 h 273"/>
                <a:gd name="T12" fmla="*/ 65 w 363"/>
                <a:gd name="T13" fmla="*/ 237 h 273"/>
                <a:gd name="T14" fmla="*/ 62 w 363"/>
                <a:gd name="T15" fmla="*/ 233 h 273"/>
                <a:gd name="T16" fmla="*/ 61 w 363"/>
                <a:gd name="T17" fmla="*/ 227 h 273"/>
                <a:gd name="T18" fmla="*/ 61 w 363"/>
                <a:gd name="T19" fmla="*/ 73 h 273"/>
                <a:gd name="T20" fmla="*/ 63 w 363"/>
                <a:gd name="T21" fmla="*/ 68 h 273"/>
                <a:gd name="T22" fmla="*/ 67 w 363"/>
                <a:gd name="T23" fmla="*/ 64 h 273"/>
                <a:gd name="T24" fmla="*/ 73 w 363"/>
                <a:gd name="T25" fmla="*/ 61 h 273"/>
                <a:gd name="T26" fmla="*/ 286 w 363"/>
                <a:gd name="T27" fmla="*/ 61 h 273"/>
                <a:gd name="T28" fmla="*/ 293 w 363"/>
                <a:gd name="T29" fmla="*/ 62 h 273"/>
                <a:gd name="T30" fmla="*/ 297 w 363"/>
                <a:gd name="T31" fmla="*/ 66 h 273"/>
                <a:gd name="T32" fmla="*/ 301 w 363"/>
                <a:gd name="T33" fmla="*/ 70 h 273"/>
                <a:gd name="T34" fmla="*/ 302 w 363"/>
                <a:gd name="T35" fmla="*/ 76 h 273"/>
                <a:gd name="T36" fmla="*/ 363 w 363"/>
                <a:gd name="T37" fmla="*/ 61 h 273"/>
                <a:gd name="T38" fmla="*/ 362 w 363"/>
                <a:gd name="T39" fmla="*/ 49 h 273"/>
                <a:gd name="T40" fmla="*/ 357 w 363"/>
                <a:gd name="T41" fmla="*/ 38 h 273"/>
                <a:gd name="T42" fmla="*/ 345 w 363"/>
                <a:gd name="T43" fmla="*/ 18 h 273"/>
                <a:gd name="T44" fmla="*/ 336 w 363"/>
                <a:gd name="T45" fmla="*/ 12 h 273"/>
                <a:gd name="T46" fmla="*/ 320 w 363"/>
                <a:gd name="T47" fmla="*/ 4 h 273"/>
                <a:gd name="T48" fmla="*/ 302 w 363"/>
                <a:gd name="T49" fmla="*/ 0 h 273"/>
                <a:gd name="T50" fmla="*/ 61 w 363"/>
                <a:gd name="T51" fmla="*/ 0 h 273"/>
                <a:gd name="T52" fmla="*/ 43 w 363"/>
                <a:gd name="T53" fmla="*/ 4 h 273"/>
                <a:gd name="T54" fmla="*/ 26 w 363"/>
                <a:gd name="T55" fmla="*/ 12 h 273"/>
                <a:gd name="T56" fmla="*/ 18 w 363"/>
                <a:gd name="T57" fmla="*/ 18 h 273"/>
                <a:gd name="T58" fmla="*/ 5 w 363"/>
                <a:gd name="T59" fmla="*/ 38 h 273"/>
                <a:gd name="T60" fmla="*/ 1 w 363"/>
                <a:gd name="T61" fmla="*/ 49 h 273"/>
                <a:gd name="T62" fmla="*/ 0 w 363"/>
                <a:gd name="T63" fmla="*/ 61 h 273"/>
                <a:gd name="T64" fmla="*/ 363 w 363"/>
                <a:gd name="T65" fmla="*/ 273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3" h="273">
                  <a:moveTo>
                    <a:pt x="302" y="227"/>
                  </a:moveTo>
                  <a:lnTo>
                    <a:pt x="302" y="231"/>
                  </a:lnTo>
                  <a:lnTo>
                    <a:pt x="301" y="233"/>
                  </a:lnTo>
                  <a:lnTo>
                    <a:pt x="300" y="235"/>
                  </a:lnTo>
                  <a:lnTo>
                    <a:pt x="297" y="237"/>
                  </a:lnTo>
                  <a:lnTo>
                    <a:pt x="295" y="239"/>
                  </a:lnTo>
                  <a:lnTo>
                    <a:pt x="293" y="241"/>
                  </a:lnTo>
                  <a:lnTo>
                    <a:pt x="290" y="242"/>
                  </a:lnTo>
                  <a:lnTo>
                    <a:pt x="286" y="242"/>
                  </a:lnTo>
                  <a:lnTo>
                    <a:pt x="75" y="242"/>
                  </a:lnTo>
                  <a:lnTo>
                    <a:pt x="73" y="242"/>
                  </a:lnTo>
                  <a:lnTo>
                    <a:pt x="70" y="241"/>
                  </a:lnTo>
                  <a:lnTo>
                    <a:pt x="67" y="239"/>
                  </a:lnTo>
                  <a:lnTo>
                    <a:pt x="65" y="237"/>
                  </a:lnTo>
                  <a:lnTo>
                    <a:pt x="63" y="235"/>
                  </a:lnTo>
                  <a:lnTo>
                    <a:pt x="62" y="233"/>
                  </a:lnTo>
                  <a:lnTo>
                    <a:pt x="61" y="231"/>
                  </a:lnTo>
                  <a:lnTo>
                    <a:pt x="61" y="227"/>
                  </a:lnTo>
                  <a:lnTo>
                    <a:pt x="61" y="76"/>
                  </a:lnTo>
                  <a:lnTo>
                    <a:pt x="61" y="73"/>
                  </a:lnTo>
                  <a:lnTo>
                    <a:pt x="62" y="70"/>
                  </a:lnTo>
                  <a:lnTo>
                    <a:pt x="63" y="68"/>
                  </a:lnTo>
                  <a:lnTo>
                    <a:pt x="65" y="66"/>
                  </a:lnTo>
                  <a:lnTo>
                    <a:pt x="67" y="64"/>
                  </a:lnTo>
                  <a:lnTo>
                    <a:pt x="70" y="62"/>
                  </a:lnTo>
                  <a:lnTo>
                    <a:pt x="73" y="61"/>
                  </a:lnTo>
                  <a:lnTo>
                    <a:pt x="75" y="61"/>
                  </a:lnTo>
                  <a:lnTo>
                    <a:pt x="286" y="61"/>
                  </a:lnTo>
                  <a:lnTo>
                    <a:pt x="290" y="61"/>
                  </a:lnTo>
                  <a:lnTo>
                    <a:pt x="293" y="62"/>
                  </a:lnTo>
                  <a:lnTo>
                    <a:pt x="295" y="64"/>
                  </a:lnTo>
                  <a:lnTo>
                    <a:pt x="297" y="66"/>
                  </a:lnTo>
                  <a:lnTo>
                    <a:pt x="300" y="68"/>
                  </a:lnTo>
                  <a:lnTo>
                    <a:pt x="301" y="70"/>
                  </a:lnTo>
                  <a:lnTo>
                    <a:pt x="302" y="73"/>
                  </a:lnTo>
                  <a:lnTo>
                    <a:pt x="302" y="76"/>
                  </a:lnTo>
                  <a:lnTo>
                    <a:pt x="302" y="227"/>
                  </a:lnTo>
                  <a:close/>
                  <a:moveTo>
                    <a:pt x="363" y="61"/>
                  </a:moveTo>
                  <a:lnTo>
                    <a:pt x="362" y="55"/>
                  </a:lnTo>
                  <a:lnTo>
                    <a:pt x="362" y="49"/>
                  </a:lnTo>
                  <a:lnTo>
                    <a:pt x="359" y="44"/>
                  </a:lnTo>
                  <a:lnTo>
                    <a:pt x="357" y="38"/>
                  </a:lnTo>
                  <a:lnTo>
                    <a:pt x="352" y="27"/>
                  </a:lnTo>
                  <a:lnTo>
                    <a:pt x="345" y="18"/>
                  </a:lnTo>
                  <a:lnTo>
                    <a:pt x="341" y="15"/>
                  </a:lnTo>
                  <a:lnTo>
                    <a:pt x="336" y="12"/>
                  </a:lnTo>
                  <a:lnTo>
                    <a:pt x="328" y="7"/>
                  </a:lnTo>
                  <a:lnTo>
                    <a:pt x="320" y="4"/>
                  </a:lnTo>
                  <a:lnTo>
                    <a:pt x="311" y="2"/>
                  </a:lnTo>
                  <a:lnTo>
                    <a:pt x="302" y="0"/>
                  </a:lnTo>
                  <a:lnTo>
                    <a:pt x="242" y="0"/>
                  </a:lnTo>
                  <a:lnTo>
                    <a:pt x="61" y="0"/>
                  </a:lnTo>
                  <a:lnTo>
                    <a:pt x="52" y="2"/>
                  </a:lnTo>
                  <a:lnTo>
                    <a:pt x="43" y="4"/>
                  </a:lnTo>
                  <a:lnTo>
                    <a:pt x="34" y="7"/>
                  </a:lnTo>
                  <a:lnTo>
                    <a:pt x="26" y="12"/>
                  </a:lnTo>
                  <a:lnTo>
                    <a:pt x="22" y="15"/>
                  </a:lnTo>
                  <a:lnTo>
                    <a:pt x="18" y="18"/>
                  </a:lnTo>
                  <a:lnTo>
                    <a:pt x="11" y="27"/>
                  </a:lnTo>
                  <a:lnTo>
                    <a:pt x="5" y="38"/>
                  </a:lnTo>
                  <a:lnTo>
                    <a:pt x="3" y="44"/>
                  </a:lnTo>
                  <a:lnTo>
                    <a:pt x="1" y="49"/>
                  </a:lnTo>
                  <a:lnTo>
                    <a:pt x="1" y="55"/>
                  </a:lnTo>
                  <a:lnTo>
                    <a:pt x="0" y="61"/>
                  </a:lnTo>
                  <a:lnTo>
                    <a:pt x="0" y="273"/>
                  </a:lnTo>
                  <a:lnTo>
                    <a:pt x="363" y="273"/>
                  </a:lnTo>
                  <a:lnTo>
                    <a:pt x="363" y="6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1" name="Freeform 1635">
              <a:extLst>
                <a:ext uri="{FF2B5EF4-FFF2-40B4-BE49-F238E27FC236}">
                  <a16:creationId xmlns:a16="http://schemas.microsoft.com/office/drawing/2014/main" id="{220CF904-6E1F-487B-91DB-61DBBB3EE278}"/>
                </a:ext>
              </a:extLst>
            </p:cNvPr>
            <p:cNvSpPr>
              <a:spLocks/>
            </p:cNvSpPr>
            <p:nvPr/>
          </p:nvSpPr>
          <p:spPr bwMode="auto">
            <a:xfrm>
              <a:off x="304800" y="5349875"/>
              <a:ext cx="134938" cy="38100"/>
            </a:xfrm>
            <a:custGeom>
              <a:avLst/>
              <a:gdLst>
                <a:gd name="T0" fmla="*/ 420 w 423"/>
                <a:gd name="T1" fmla="*/ 16 h 121"/>
                <a:gd name="T2" fmla="*/ 419 w 423"/>
                <a:gd name="T3" fmla="*/ 10 h 121"/>
                <a:gd name="T4" fmla="*/ 416 w 423"/>
                <a:gd name="T5" fmla="*/ 5 h 121"/>
                <a:gd name="T6" fmla="*/ 416 w 423"/>
                <a:gd name="T7" fmla="*/ 4 h 121"/>
                <a:gd name="T8" fmla="*/ 416 w 423"/>
                <a:gd name="T9" fmla="*/ 4 h 121"/>
                <a:gd name="T10" fmla="*/ 415 w 423"/>
                <a:gd name="T11" fmla="*/ 2 h 121"/>
                <a:gd name="T12" fmla="*/ 414 w 423"/>
                <a:gd name="T13" fmla="*/ 0 h 121"/>
                <a:gd name="T14" fmla="*/ 9 w 423"/>
                <a:gd name="T15" fmla="*/ 0 h 121"/>
                <a:gd name="T16" fmla="*/ 8 w 423"/>
                <a:gd name="T17" fmla="*/ 2 h 121"/>
                <a:gd name="T18" fmla="*/ 7 w 423"/>
                <a:gd name="T19" fmla="*/ 4 h 121"/>
                <a:gd name="T20" fmla="*/ 7 w 423"/>
                <a:gd name="T21" fmla="*/ 4 h 121"/>
                <a:gd name="T22" fmla="*/ 7 w 423"/>
                <a:gd name="T23" fmla="*/ 5 h 121"/>
                <a:gd name="T24" fmla="*/ 3 w 423"/>
                <a:gd name="T25" fmla="*/ 10 h 121"/>
                <a:gd name="T26" fmla="*/ 2 w 423"/>
                <a:gd name="T27" fmla="*/ 17 h 121"/>
                <a:gd name="T28" fmla="*/ 2 w 423"/>
                <a:gd name="T29" fmla="*/ 17 h 121"/>
                <a:gd name="T30" fmla="*/ 1 w 423"/>
                <a:gd name="T31" fmla="*/ 18 h 121"/>
                <a:gd name="T32" fmla="*/ 0 w 423"/>
                <a:gd name="T33" fmla="*/ 24 h 121"/>
                <a:gd name="T34" fmla="*/ 0 w 423"/>
                <a:gd name="T35" fmla="*/ 30 h 121"/>
                <a:gd name="T36" fmla="*/ 0 w 423"/>
                <a:gd name="T37" fmla="*/ 107 h 121"/>
                <a:gd name="T38" fmla="*/ 0 w 423"/>
                <a:gd name="T39" fmla="*/ 109 h 121"/>
                <a:gd name="T40" fmla="*/ 1 w 423"/>
                <a:gd name="T41" fmla="*/ 112 h 121"/>
                <a:gd name="T42" fmla="*/ 2 w 423"/>
                <a:gd name="T43" fmla="*/ 114 h 121"/>
                <a:gd name="T44" fmla="*/ 4 w 423"/>
                <a:gd name="T45" fmla="*/ 117 h 121"/>
                <a:gd name="T46" fmla="*/ 7 w 423"/>
                <a:gd name="T47" fmla="*/ 119 h 121"/>
                <a:gd name="T48" fmla="*/ 9 w 423"/>
                <a:gd name="T49" fmla="*/ 120 h 121"/>
                <a:gd name="T50" fmla="*/ 12 w 423"/>
                <a:gd name="T51" fmla="*/ 121 h 121"/>
                <a:gd name="T52" fmla="*/ 15 w 423"/>
                <a:gd name="T53" fmla="*/ 121 h 121"/>
                <a:gd name="T54" fmla="*/ 407 w 423"/>
                <a:gd name="T55" fmla="*/ 121 h 121"/>
                <a:gd name="T56" fmla="*/ 410 w 423"/>
                <a:gd name="T57" fmla="*/ 121 h 121"/>
                <a:gd name="T58" fmla="*/ 414 w 423"/>
                <a:gd name="T59" fmla="*/ 120 h 121"/>
                <a:gd name="T60" fmla="*/ 416 w 423"/>
                <a:gd name="T61" fmla="*/ 119 h 121"/>
                <a:gd name="T62" fmla="*/ 418 w 423"/>
                <a:gd name="T63" fmla="*/ 117 h 121"/>
                <a:gd name="T64" fmla="*/ 420 w 423"/>
                <a:gd name="T65" fmla="*/ 114 h 121"/>
                <a:gd name="T66" fmla="*/ 421 w 423"/>
                <a:gd name="T67" fmla="*/ 112 h 121"/>
                <a:gd name="T68" fmla="*/ 423 w 423"/>
                <a:gd name="T69" fmla="*/ 109 h 121"/>
                <a:gd name="T70" fmla="*/ 423 w 423"/>
                <a:gd name="T71" fmla="*/ 107 h 121"/>
                <a:gd name="T72" fmla="*/ 423 w 423"/>
                <a:gd name="T73" fmla="*/ 30 h 121"/>
                <a:gd name="T74" fmla="*/ 423 w 423"/>
                <a:gd name="T75" fmla="*/ 24 h 121"/>
                <a:gd name="T76" fmla="*/ 421 w 423"/>
                <a:gd name="T77" fmla="*/ 18 h 121"/>
                <a:gd name="T78" fmla="*/ 420 w 423"/>
                <a:gd name="T79" fmla="*/ 17 h 121"/>
                <a:gd name="T80" fmla="*/ 420 w 423"/>
                <a:gd name="T81" fmla="*/ 1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23" h="121">
                  <a:moveTo>
                    <a:pt x="420" y="16"/>
                  </a:moveTo>
                  <a:lnTo>
                    <a:pt x="419" y="10"/>
                  </a:lnTo>
                  <a:lnTo>
                    <a:pt x="416" y="5"/>
                  </a:lnTo>
                  <a:lnTo>
                    <a:pt x="416" y="4"/>
                  </a:lnTo>
                  <a:lnTo>
                    <a:pt x="416" y="4"/>
                  </a:lnTo>
                  <a:lnTo>
                    <a:pt x="415" y="2"/>
                  </a:lnTo>
                  <a:lnTo>
                    <a:pt x="414" y="0"/>
                  </a:lnTo>
                  <a:lnTo>
                    <a:pt x="9" y="0"/>
                  </a:lnTo>
                  <a:lnTo>
                    <a:pt x="8" y="2"/>
                  </a:lnTo>
                  <a:lnTo>
                    <a:pt x="7" y="4"/>
                  </a:lnTo>
                  <a:lnTo>
                    <a:pt x="7" y="4"/>
                  </a:lnTo>
                  <a:lnTo>
                    <a:pt x="7" y="5"/>
                  </a:lnTo>
                  <a:lnTo>
                    <a:pt x="3" y="10"/>
                  </a:lnTo>
                  <a:lnTo>
                    <a:pt x="2" y="17"/>
                  </a:lnTo>
                  <a:lnTo>
                    <a:pt x="2" y="17"/>
                  </a:lnTo>
                  <a:lnTo>
                    <a:pt x="1" y="18"/>
                  </a:lnTo>
                  <a:lnTo>
                    <a:pt x="0" y="24"/>
                  </a:lnTo>
                  <a:lnTo>
                    <a:pt x="0" y="30"/>
                  </a:lnTo>
                  <a:lnTo>
                    <a:pt x="0" y="107"/>
                  </a:lnTo>
                  <a:lnTo>
                    <a:pt x="0" y="109"/>
                  </a:lnTo>
                  <a:lnTo>
                    <a:pt x="1" y="112"/>
                  </a:lnTo>
                  <a:lnTo>
                    <a:pt x="2" y="114"/>
                  </a:lnTo>
                  <a:lnTo>
                    <a:pt x="4" y="117"/>
                  </a:lnTo>
                  <a:lnTo>
                    <a:pt x="7" y="119"/>
                  </a:lnTo>
                  <a:lnTo>
                    <a:pt x="9" y="120"/>
                  </a:lnTo>
                  <a:lnTo>
                    <a:pt x="12" y="121"/>
                  </a:lnTo>
                  <a:lnTo>
                    <a:pt x="15" y="121"/>
                  </a:lnTo>
                  <a:lnTo>
                    <a:pt x="407" y="121"/>
                  </a:lnTo>
                  <a:lnTo>
                    <a:pt x="410" y="121"/>
                  </a:lnTo>
                  <a:lnTo>
                    <a:pt x="414" y="120"/>
                  </a:lnTo>
                  <a:lnTo>
                    <a:pt x="416" y="119"/>
                  </a:lnTo>
                  <a:lnTo>
                    <a:pt x="418" y="117"/>
                  </a:lnTo>
                  <a:lnTo>
                    <a:pt x="420" y="114"/>
                  </a:lnTo>
                  <a:lnTo>
                    <a:pt x="421" y="112"/>
                  </a:lnTo>
                  <a:lnTo>
                    <a:pt x="423" y="109"/>
                  </a:lnTo>
                  <a:lnTo>
                    <a:pt x="423" y="107"/>
                  </a:lnTo>
                  <a:lnTo>
                    <a:pt x="423" y="30"/>
                  </a:lnTo>
                  <a:lnTo>
                    <a:pt x="423" y="24"/>
                  </a:lnTo>
                  <a:lnTo>
                    <a:pt x="421" y="18"/>
                  </a:lnTo>
                  <a:lnTo>
                    <a:pt x="420" y="17"/>
                  </a:lnTo>
                  <a:lnTo>
                    <a:pt x="420"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92" name="Group 91" descr="Icon of four squares.">
            <a:extLst>
              <a:ext uri="{FF2B5EF4-FFF2-40B4-BE49-F238E27FC236}">
                <a16:creationId xmlns:a16="http://schemas.microsoft.com/office/drawing/2014/main" id="{268D639A-62F0-4F2B-B632-5A45CD6DD132}"/>
              </a:ext>
              <a:ext uri="{C183D7F6-B498-43B3-948B-1728B52AA6E4}">
                <adec:decorative xmlns:adec="http://schemas.microsoft.com/office/drawing/2017/decorative" val="0"/>
              </a:ext>
            </a:extLst>
          </p:cNvPr>
          <p:cNvGrpSpPr/>
          <p:nvPr/>
        </p:nvGrpSpPr>
        <p:grpSpPr>
          <a:xfrm>
            <a:off x="5420916" y="1368977"/>
            <a:ext cx="287338" cy="285750"/>
            <a:chOff x="4900613" y="3937000"/>
            <a:chExt cx="287338" cy="285750"/>
          </a:xfrm>
          <a:solidFill>
            <a:schemeClr val="bg1"/>
          </a:solidFill>
        </p:grpSpPr>
        <p:sp>
          <p:nvSpPr>
            <p:cNvPr id="93" name="Freeform 4743">
              <a:extLst>
                <a:ext uri="{FF2B5EF4-FFF2-40B4-BE49-F238E27FC236}">
                  <a16:creationId xmlns:a16="http://schemas.microsoft.com/office/drawing/2014/main" id="{A654CD2F-871A-4BFA-805D-636E7B50540D}"/>
                </a:ext>
              </a:extLst>
            </p:cNvPr>
            <p:cNvSpPr>
              <a:spLocks/>
            </p:cNvSpPr>
            <p:nvPr/>
          </p:nvSpPr>
          <p:spPr bwMode="auto">
            <a:xfrm>
              <a:off x="4900613" y="3937000"/>
              <a:ext cx="133350" cy="38100"/>
            </a:xfrm>
            <a:custGeom>
              <a:avLst/>
              <a:gdLst>
                <a:gd name="T0" fmla="*/ 346 w 421"/>
                <a:gd name="T1" fmla="*/ 0 h 120"/>
                <a:gd name="T2" fmla="*/ 76 w 421"/>
                <a:gd name="T3" fmla="*/ 0 h 120"/>
                <a:gd name="T4" fmla="*/ 68 w 421"/>
                <a:gd name="T5" fmla="*/ 1 h 120"/>
                <a:gd name="T6" fmla="*/ 61 w 421"/>
                <a:gd name="T7" fmla="*/ 2 h 120"/>
                <a:gd name="T8" fmla="*/ 53 w 421"/>
                <a:gd name="T9" fmla="*/ 3 h 120"/>
                <a:gd name="T10" fmla="*/ 46 w 421"/>
                <a:gd name="T11" fmla="*/ 5 h 120"/>
                <a:gd name="T12" fmla="*/ 40 w 421"/>
                <a:gd name="T13" fmla="*/ 9 h 120"/>
                <a:gd name="T14" fmla="*/ 33 w 421"/>
                <a:gd name="T15" fmla="*/ 12 h 120"/>
                <a:gd name="T16" fmla="*/ 27 w 421"/>
                <a:gd name="T17" fmla="*/ 17 h 120"/>
                <a:gd name="T18" fmla="*/ 22 w 421"/>
                <a:gd name="T19" fmla="*/ 22 h 120"/>
                <a:gd name="T20" fmla="*/ 18 w 421"/>
                <a:gd name="T21" fmla="*/ 27 h 120"/>
                <a:gd name="T22" fmla="*/ 13 w 421"/>
                <a:gd name="T23" fmla="*/ 33 h 120"/>
                <a:gd name="T24" fmla="*/ 10 w 421"/>
                <a:gd name="T25" fmla="*/ 39 h 120"/>
                <a:gd name="T26" fmla="*/ 6 w 421"/>
                <a:gd name="T27" fmla="*/ 46 h 120"/>
                <a:gd name="T28" fmla="*/ 4 w 421"/>
                <a:gd name="T29" fmla="*/ 53 h 120"/>
                <a:gd name="T30" fmla="*/ 2 w 421"/>
                <a:gd name="T31" fmla="*/ 60 h 120"/>
                <a:gd name="T32" fmla="*/ 0 w 421"/>
                <a:gd name="T33" fmla="*/ 67 h 120"/>
                <a:gd name="T34" fmla="*/ 0 w 421"/>
                <a:gd name="T35" fmla="*/ 75 h 120"/>
                <a:gd name="T36" fmla="*/ 0 w 421"/>
                <a:gd name="T37" fmla="*/ 120 h 120"/>
                <a:gd name="T38" fmla="*/ 421 w 421"/>
                <a:gd name="T39" fmla="*/ 120 h 120"/>
                <a:gd name="T40" fmla="*/ 421 w 421"/>
                <a:gd name="T41" fmla="*/ 75 h 120"/>
                <a:gd name="T42" fmla="*/ 421 w 421"/>
                <a:gd name="T43" fmla="*/ 67 h 120"/>
                <a:gd name="T44" fmla="*/ 420 w 421"/>
                <a:gd name="T45" fmla="*/ 60 h 120"/>
                <a:gd name="T46" fmla="*/ 417 w 421"/>
                <a:gd name="T47" fmla="*/ 53 h 120"/>
                <a:gd name="T48" fmla="*/ 415 w 421"/>
                <a:gd name="T49" fmla="*/ 46 h 120"/>
                <a:gd name="T50" fmla="*/ 412 w 421"/>
                <a:gd name="T51" fmla="*/ 39 h 120"/>
                <a:gd name="T52" fmla="*/ 408 w 421"/>
                <a:gd name="T53" fmla="*/ 33 h 120"/>
                <a:gd name="T54" fmla="*/ 403 w 421"/>
                <a:gd name="T55" fmla="*/ 27 h 120"/>
                <a:gd name="T56" fmla="*/ 399 w 421"/>
                <a:gd name="T57" fmla="*/ 22 h 120"/>
                <a:gd name="T58" fmla="*/ 393 w 421"/>
                <a:gd name="T59" fmla="*/ 17 h 120"/>
                <a:gd name="T60" fmla="*/ 387 w 421"/>
                <a:gd name="T61" fmla="*/ 12 h 120"/>
                <a:gd name="T62" fmla="*/ 381 w 421"/>
                <a:gd name="T63" fmla="*/ 9 h 120"/>
                <a:gd name="T64" fmla="*/ 375 w 421"/>
                <a:gd name="T65" fmla="*/ 5 h 120"/>
                <a:gd name="T66" fmla="*/ 368 w 421"/>
                <a:gd name="T67" fmla="*/ 3 h 120"/>
                <a:gd name="T68" fmla="*/ 361 w 421"/>
                <a:gd name="T69" fmla="*/ 2 h 120"/>
                <a:gd name="T70" fmla="*/ 354 w 421"/>
                <a:gd name="T71" fmla="*/ 1 h 120"/>
                <a:gd name="T72" fmla="*/ 346 w 421"/>
                <a:gd name="T73" fmla="*/ 0 h 120"/>
                <a:gd name="T74" fmla="*/ 346 w 421"/>
                <a:gd name="T75"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21" h="120">
                  <a:moveTo>
                    <a:pt x="346" y="0"/>
                  </a:moveTo>
                  <a:lnTo>
                    <a:pt x="76" y="0"/>
                  </a:lnTo>
                  <a:lnTo>
                    <a:pt x="68" y="1"/>
                  </a:lnTo>
                  <a:lnTo>
                    <a:pt x="61" y="2"/>
                  </a:lnTo>
                  <a:lnTo>
                    <a:pt x="53" y="3"/>
                  </a:lnTo>
                  <a:lnTo>
                    <a:pt x="46" y="5"/>
                  </a:lnTo>
                  <a:lnTo>
                    <a:pt x="40" y="9"/>
                  </a:lnTo>
                  <a:lnTo>
                    <a:pt x="33" y="12"/>
                  </a:lnTo>
                  <a:lnTo>
                    <a:pt x="27" y="17"/>
                  </a:lnTo>
                  <a:lnTo>
                    <a:pt x="22" y="22"/>
                  </a:lnTo>
                  <a:lnTo>
                    <a:pt x="18" y="27"/>
                  </a:lnTo>
                  <a:lnTo>
                    <a:pt x="13" y="33"/>
                  </a:lnTo>
                  <a:lnTo>
                    <a:pt x="10" y="39"/>
                  </a:lnTo>
                  <a:lnTo>
                    <a:pt x="6" y="46"/>
                  </a:lnTo>
                  <a:lnTo>
                    <a:pt x="4" y="53"/>
                  </a:lnTo>
                  <a:lnTo>
                    <a:pt x="2" y="60"/>
                  </a:lnTo>
                  <a:lnTo>
                    <a:pt x="0" y="67"/>
                  </a:lnTo>
                  <a:lnTo>
                    <a:pt x="0" y="75"/>
                  </a:lnTo>
                  <a:lnTo>
                    <a:pt x="0" y="120"/>
                  </a:lnTo>
                  <a:lnTo>
                    <a:pt x="421" y="120"/>
                  </a:lnTo>
                  <a:lnTo>
                    <a:pt x="421" y="75"/>
                  </a:lnTo>
                  <a:lnTo>
                    <a:pt x="421" y="67"/>
                  </a:lnTo>
                  <a:lnTo>
                    <a:pt x="420" y="60"/>
                  </a:lnTo>
                  <a:lnTo>
                    <a:pt x="417" y="53"/>
                  </a:lnTo>
                  <a:lnTo>
                    <a:pt x="415" y="46"/>
                  </a:lnTo>
                  <a:lnTo>
                    <a:pt x="412" y="39"/>
                  </a:lnTo>
                  <a:lnTo>
                    <a:pt x="408" y="33"/>
                  </a:lnTo>
                  <a:lnTo>
                    <a:pt x="403" y="27"/>
                  </a:lnTo>
                  <a:lnTo>
                    <a:pt x="399" y="22"/>
                  </a:lnTo>
                  <a:lnTo>
                    <a:pt x="393" y="17"/>
                  </a:lnTo>
                  <a:lnTo>
                    <a:pt x="387" y="12"/>
                  </a:lnTo>
                  <a:lnTo>
                    <a:pt x="381" y="9"/>
                  </a:lnTo>
                  <a:lnTo>
                    <a:pt x="375" y="5"/>
                  </a:lnTo>
                  <a:lnTo>
                    <a:pt x="368" y="3"/>
                  </a:lnTo>
                  <a:lnTo>
                    <a:pt x="361" y="2"/>
                  </a:lnTo>
                  <a:lnTo>
                    <a:pt x="354" y="1"/>
                  </a:lnTo>
                  <a:lnTo>
                    <a:pt x="346" y="0"/>
                  </a:lnTo>
                  <a:lnTo>
                    <a:pt x="34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4" name="Freeform 4744">
              <a:extLst>
                <a:ext uri="{FF2B5EF4-FFF2-40B4-BE49-F238E27FC236}">
                  <a16:creationId xmlns:a16="http://schemas.microsoft.com/office/drawing/2014/main" id="{5A76ECC7-C209-476D-BB16-D2195C8DD95B}"/>
                </a:ext>
              </a:extLst>
            </p:cNvPr>
            <p:cNvSpPr>
              <a:spLocks/>
            </p:cNvSpPr>
            <p:nvPr/>
          </p:nvSpPr>
          <p:spPr bwMode="auto">
            <a:xfrm>
              <a:off x="4900613" y="3984625"/>
              <a:ext cx="133350" cy="85725"/>
            </a:xfrm>
            <a:custGeom>
              <a:avLst/>
              <a:gdLst>
                <a:gd name="T0" fmla="*/ 0 w 421"/>
                <a:gd name="T1" fmla="*/ 196 h 270"/>
                <a:gd name="T2" fmla="*/ 0 w 421"/>
                <a:gd name="T3" fmla="*/ 203 h 270"/>
                <a:gd name="T4" fmla="*/ 2 w 421"/>
                <a:gd name="T5" fmla="*/ 211 h 270"/>
                <a:gd name="T6" fmla="*/ 4 w 421"/>
                <a:gd name="T7" fmla="*/ 218 h 270"/>
                <a:gd name="T8" fmla="*/ 6 w 421"/>
                <a:gd name="T9" fmla="*/ 225 h 270"/>
                <a:gd name="T10" fmla="*/ 10 w 421"/>
                <a:gd name="T11" fmla="*/ 231 h 270"/>
                <a:gd name="T12" fmla="*/ 13 w 421"/>
                <a:gd name="T13" fmla="*/ 238 h 270"/>
                <a:gd name="T14" fmla="*/ 18 w 421"/>
                <a:gd name="T15" fmla="*/ 243 h 270"/>
                <a:gd name="T16" fmla="*/ 22 w 421"/>
                <a:gd name="T17" fmla="*/ 248 h 270"/>
                <a:gd name="T18" fmla="*/ 27 w 421"/>
                <a:gd name="T19" fmla="*/ 254 h 270"/>
                <a:gd name="T20" fmla="*/ 33 w 421"/>
                <a:gd name="T21" fmla="*/ 257 h 270"/>
                <a:gd name="T22" fmla="*/ 40 w 421"/>
                <a:gd name="T23" fmla="*/ 262 h 270"/>
                <a:gd name="T24" fmla="*/ 46 w 421"/>
                <a:gd name="T25" fmla="*/ 264 h 270"/>
                <a:gd name="T26" fmla="*/ 53 w 421"/>
                <a:gd name="T27" fmla="*/ 267 h 270"/>
                <a:gd name="T28" fmla="*/ 61 w 421"/>
                <a:gd name="T29" fmla="*/ 269 h 270"/>
                <a:gd name="T30" fmla="*/ 68 w 421"/>
                <a:gd name="T31" fmla="*/ 270 h 270"/>
                <a:gd name="T32" fmla="*/ 76 w 421"/>
                <a:gd name="T33" fmla="*/ 270 h 270"/>
                <a:gd name="T34" fmla="*/ 346 w 421"/>
                <a:gd name="T35" fmla="*/ 270 h 270"/>
                <a:gd name="T36" fmla="*/ 354 w 421"/>
                <a:gd name="T37" fmla="*/ 270 h 270"/>
                <a:gd name="T38" fmla="*/ 361 w 421"/>
                <a:gd name="T39" fmla="*/ 269 h 270"/>
                <a:gd name="T40" fmla="*/ 368 w 421"/>
                <a:gd name="T41" fmla="*/ 267 h 270"/>
                <a:gd name="T42" fmla="*/ 375 w 421"/>
                <a:gd name="T43" fmla="*/ 264 h 270"/>
                <a:gd name="T44" fmla="*/ 381 w 421"/>
                <a:gd name="T45" fmla="*/ 261 h 270"/>
                <a:gd name="T46" fmla="*/ 387 w 421"/>
                <a:gd name="T47" fmla="*/ 257 h 270"/>
                <a:gd name="T48" fmla="*/ 393 w 421"/>
                <a:gd name="T49" fmla="*/ 253 h 270"/>
                <a:gd name="T50" fmla="*/ 399 w 421"/>
                <a:gd name="T51" fmla="*/ 248 h 270"/>
                <a:gd name="T52" fmla="*/ 403 w 421"/>
                <a:gd name="T53" fmla="*/ 243 h 270"/>
                <a:gd name="T54" fmla="*/ 408 w 421"/>
                <a:gd name="T55" fmla="*/ 238 h 270"/>
                <a:gd name="T56" fmla="*/ 412 w 421"/>
                <a:gd name="T57" fmla="*/ 231 h 270"/>
                <a:gd name="T58" fmla="*/ 415 w 421"/>
                <a:gd name="T59" fmla="*/ 225 h 270"/>
                <a:gd name="T60" fmla="*/ 417 w 421"/>
                <a:gd name="T61" fmla="*/ 218 h 270"/>
                <a:gd name="T62" fmla="*/ 420 w 421"/>
                <a:gd name="T63" fmla="*/ 211 h 270"/>
                <a:gd name="T64" fmla="*/ 421 w 421"/>
                <a:gd name="T65" fmla="*/ 203 h 270"/>
                <a:gd name="T66" fmla="*/ 421 w 421"/>
                <a:gd name="T67" fmla="*/ 196 h 270"/>
                <a:gd name="T68" fmla="*/ 421 w 421"/>
                <a:gd name="T69" fmla="*/ 0 h 270"/>
                <a:gd name="T70" fmla="*/ 0 w 421"/>
                <a:gd name="T71" fmla="*/ 0 h 270"/>
                <a:gd name="T72" fmla="*/ 0 w 421"/>
                <a:gd name="T73" fmla="*/ 196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1" h="270">
                  <a:moveTo>
                    <a:pt x="0" y="196"/>
                  </a:moveTo>
                  <a:lnTo>
                    <a:pt x="0" y="203"/>
                  </a:lnTo>
                  <a:lnTo>
                    <a:pt x="2" y="211"/>
                  </a:lnTo>
                  <a:lnTo>
                    <a:pt x="4" y="218"/>
                  </a:lnTo>
                  <a:lnTo>
                    <a:pt x="6" y="225"/>
                  </a:lnTo>
                  <a:lnTo>
                    <a:pt x="10" y="231"/>
                  </a:lnTo>
                  <a:lnTo>
                    <a:pt x="13" y="238"/>
                  </a:lnTo>
                  <a:lnTo>
                    <a:pt x="18" y="243"/>
                  </a:lnTo>
                  <a:lnTo>
                    <a:pt x="22" y="248"/>
                  </a:lnTo>
                  <a:lnTo>
                    <a:pt x="27" y="254"/>
                  </a:lnTo>
                  <a:lnTo>
                    <a:pt x="33" y="257"/>
                  </a:lnTo>
                  <a:lnTo>
                    <a:pt x="40" y="262"/>
                  </a:lnTo>
                  <a:lnTo>
                    <a:pt x="46" y="264"/>
                  </a:lnTo>
                  <a:lnTo>
                    <a:pt x="53" y="267"/>
                  </a:lnTo>
                  <a:lnTo>
                    <a:pt x="61" y="269"/>
                  </a:lnTo>
                  <a:lnTo>
                    <a:pt x="68" y="270"/>
                  </a:lnTo>
                  <a:lnTo>
                    <a:pt x="76" y="270"/>
                  </a:lnTo>
                  <a:lnTo>
                    <a:pt x="346" y="270"/>
                  </a:lnTo>
                  <a:lnTo>
                    <a:pt x="354" y="270"/>
                  </a:lnTo>
                  <a:lnTo>
                    <a:pt x="361" y="269"/>
                  </a:lnTo>
                  <a:lnTo>
                    <a:pt x="368" y="267"/>
                  </a:lnTo>
                  <a:lnTo>
                    <a:pt x="375" y="264"/>
                  </a:lnTo>
                  <a:lnTo>
                    <a:pt x="381" y="261"/>
                  </a:lnTo>
                  <a:lnTo>
                    <a:pt x="387" y="257"/>
                  </a:lnTo>
                  <a:lnTo>
                    <a:pt x="393" y="253"/>
                  </a:lnTo>
                  <a:lnTo>
                    <a:pt x="399" y="248"/>
                  </a:lnTo>
                  <a:lnTo>
                    <a:pt x="403" y="243"/>
                  </a:lnTo>
                  <a:lnTo>
                    <a:pt x="408" y="238"/>
                  </a:lnTo>
                  <a:lnTo>
                    <a:pt x="412" y="231"/>
                  </a:lnTo>
                  <a:lnTo>
                    <a:pt x="415" y="225"/>
                  </a:lnTo>
                  <a:lnTo>
                    <a:pt x="417" y="218"/>
                  </a:lnTo>
                  <a:lnTo>
                    <a:pt x="420" y="211"/>
                  </a:lnTo>
                  <a:lnTo>
                    <a:pt x="421" y="203"/>
                  </a:lnTo>
                  <a:lnTo>
                    <a:pt x="421" y="196"/>
                  </a:lnTo>
                  <a:lnTo>
                    <a:pt x="421" y="0"/>
                  </a:lnTo>
                  <a:lnTo>
                    <a:pt x="0" y="0"/>
                  </a:lnTo>
                  <a:lnTo>
                    <a:pt x="0" y="1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5" name="Freeform 4745">
              <a:extLst>
                <a:ext uri="{FF2B5EF4-FFF2-40B4-BE49-F238E27FC236}">
                  <a16:creationId xmlns:a16="http://schemas.microsoft.com/office/drawing/2014/main" id="{842A256B-87AA-4D95-A759-ECE316A17FF2}"/>
                </a:ext>
              </a:extLst>
            </p:cNvPr>
            <p:cNvSpPr>
              <a:spLocks/>
            </p:cNvSpPr>
            <p:nvPr/>
          </p:nvSpPr>
          <p:spPr bwMode="auto">
            <a:xfrm>
              <a:off x="5053013" y="3937000"/>
              <a:ext cx="134938" cy="38100"/>
            </a:xfrm>
            <a:custGeom>
              <a:avLst/>
              <a:gdLst>
                <a:gd name="T0" fmla="*/ 345 w 421"/>
                <a:gd name="T1" fmla="*/ 0 h 120"/>
                <a:gd name="T2" fmla="*/ 75 w 421"/>
                <a:gd name="T3" fmla="*/ 0 h 120"/>
                <a:gd name="T4" fmla="*/ 67 w 421"/>
                <a:gd name="T5" fmla="*/ 1 h 120"/>
                <a:gd name="T6" fmla="*/ 60 w 421"/>
                <a:gd name="T7" fmla="*/ 2 h 120"/>
                <a:gd name="T8" fmla="*/ 52 w 421"/>
                <a:gd name="T9" fmla="*/ 3 h 120"/>
                <a:gd name="T10" fmla="*/ 45 w 421"/>
                <a:gd name="T11" fmla="*/ 5 h 120"/>
                <a:gd name="T12" fmla="*/ 39 w 421"/>
                <a:gd name="T13" fmla="*/ 9 h 120"/>
                <a:gd name="T14" fmla="*/ 33 w 421"/>
                <a:gd name="T15" fmla="*/ 12 h 120"/>
                <a:gd name="T16" fmla="*/ 27 w 421"/>
                <a:gd name="T17" fmla="*/ 17 h 120"/>
                <a:gd name="T18" fmla="*/ 22 w 421"/>
                <a:gd name="T19" fmla="*/ 22 h 120"/>
                <a:gd name="T20" fmla="*/ 17 w 421"/>
                <a:gd name="T21" fmla="*/ 27 h 120"/>
                <a:gd name="T22" fmla="*/ 13 w 421"/>
                <a:gd name="T23" fmla="*/ 33 h 120"/>
                <a:gd name="T24" fmla="*/ 9 w 421"/>
                <a:gd name="T25" fmla="*/ 39 h 120"/>
                <a:gd name="T26" fmla="*/ 6 w 421"/>
                <a:gd name="T27" fmla="*/ 46 h 120"/>
                <a:gd name="T28" fmla="*/ 4 w 421"/>
                <a:gd name="T29" fmla="*/ 53 h 120"/>
                <a:gd name="T30" fmla="*/ 1 w 421"/>
                <a:gd name="T31" fmla="*/ 60 h 120"/>
                <a:gd name="T32" fmla="*/ 0 w 421"/>
                <a:gd name="T33" fmla="*/ 67 h 120"/>
                <a:gd name="T34" fmla="*/ 0 w 421"/>
                <a:gd name="T35" fmla="*/ 75 h 120"/>
                <a:gd name="T36" fmla="*/ 0 w 421"/>
                <a:gd name="T37" fmla="*/ 120 h 120"/>
                <a:gd name="T38" fmla="*/ 421 w 421"/>
                <a:gd name="T39" fmla="*/ 120 h 120"/>
                <a:gd name="T40" fmla="*/ 421 w 421"/>
                <a:gd name="T41" fmla="*/ 75 h 120"/>
                <a:gd name="T42" fmla="*/ 421 w 421"/>
                <a:gd name="T43" fmla="*/ 67 h 120"/>
                <a:gd name="T44" fmla="*/ 419 w 421"/>
                <a:gd name="T45" fmla="*/ 60 h 120"/>
                <a:gd name="T46" fmla="*/ 417 w 421"/>
                <a:gd name="T47" fmla="*/ 53 h 120"/>
                <a:gd name="T48" fmla="*/ 415 w 421"/>
                <a:gd name="T49" fmla="*/ 46 h 120"/>
                <a:gd name="T50" fmla="*/ 411 w 421"/>
                <a:gd name="T51" fmla="*/ 39 h 120"/>
                <a:gd name="T52" fmla="*/ 408 w 421"/>
                <a:gd name="T53" fmla="*/ 33 h 120"/>
                <a:gd name="T54" fmla="*/ 403 w 421"/>
                <a:gd name="T55" fmla="*/ 27 h 120"/>
                <a:gd name="T56" fmla="*/ 399 w 421"/>
                <a:gd name="T57" fmla="*/ 22 h 120"/>
                <a:gd name="T58" fmla="*/ 393 w 421"/>
                <a:gd name="T59" fmla="*/ 17 h 120"/>
                <a:gd name="T60" fmla="*/ 387 w 421"/>
                <a:gd name="T61" fmla="*/ 12 h 120"/>
                <a:gd name="T62" fmla="*/ 381 w 421"/>
                <a:gd name="T63" fmla="*/ 9 h 120"/>
                <a:gd name="T64" fmla="*/ 374 w 421"/>
                <a:gd name="T65" fmla="*/ 5 h 120"/>
                <a:gd name="T66" fmla="*/ 367 w 421"/>
                <a:gd name="T67" fmla="*/ 3 h 120"/>
                <a:gd name="T68" fmla="*/ 360 w 421"/>
                <a:gd name="T69" fmla="*/ 2 h 120"/>
                <a:gd name="T70" fmla="*/ 353 w 421"/>
                <a:gd name="T71" fmla="*/ 1 h 120"/>
                <a:gd name="T72" fmla="*/ 345 w 421"/>
                <a:gd name="T73" fmla="*/ 0 h 120"/>
                <a:gd name="T74" fmla="*/ 345 w 421"/>
                <a:gd name="T75"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21" h="120">
                  <a:moveTo>
                    <a:pt x="345" y="0"/>
                  </a:moveTo>
                  <a:lnTo>
                    <a:pt x="75" y="0"/>
                  </a:lnTo>
                  <a:lnTo>
                    <a:pt x="67" y="1"/>
                  </a:lnTo>
                  <a:lnTo>
                    <a:pt x="60" y="2"/>
                  </a:lnTo>
                  <a:lnTo>
                    <a:pt x="52" y="3"/>
                  </a:lnTo>
                  <a:lnTo>
                    <a:pt x="45" y="5"/>
                  </a:lnTo>
                  <a:lnTo>
                    <a:pt x="39" y="9"/>
                  </a:lnTo>
                  <a:lnTo>
                    <a:pt x="33" y="12"/>
                  </a:lnTo>
                  <a:lnTo>
                    <a:pt x="27" y="17"/>
                  </a:lnTo>
                  <a:lnTo>
                    <a:pt x="22" y="22"/>
                  </a:lnTo>
                  <a:lnTo>
                    <a:pt x="17" y="27"/>
                  </a:lnTo>
                  <a:lnTo>
                    <a:pt x="13" y="33"/>
                  </a:lnTo>
                  <a:lnTo>
                    <a:pt x="9" y="39"/>
                  </a:lnTo>
                  <a:lnTo>
                    <a:pt x="6" y="46"/>
                  </a:lnTo>
                  <a:lnTo>
                    <a:pt x="4" y="53"/>
                  </a:lnTo>
                  <a:lnTo>
                    <a:pt x="1" y="60"/>
                  </a:lnTo>
                  <a:lnTo>
                    <a:pt x="0" y="67"/>
                  </a:lnTo>
                  <a:lnTo>
                    <a:pt x="0" y="75"/>
                  </a:lnTo>
                  <a:lnTo>
                    <a:pt x="0" y="120"/>
                  </a:lnTo>
                  <a:lnTo>
                    <a:pt x="421" y="120"/>
                  </a:lnTo>
                  <a:lnTo>
                    <a:pt x="421" y="75"/>
                  </a:lnTo>
                  <a:lnTo>
                    <a:pt x="421" y="67"/>
                  </a:lnTo>
                  <a:lnTo>
                    <a:pt x="419" y="60"/>
                  </a:lnTo>
                  <a:lnTo>
                    <a:pt x="417" y="53"/>
                  </a:lnTo>
                  <a:lnTo>
                    <a:pt x="415" y="46"/>
                  </a:lnTo>
                  <a:lnTo>
                    <a:pt x="411" y="39"/>
                  </a:lnTo>
                  <a:lnTo>
                    <a:pt x="408" y="33"/>
                  </a:lnTo>
                  <a:lnTo>
                    <a:pt x="403" y="27"/>
                  </a:lnTo>
                  <a:lnTo>
                    <a:pt x="399" y="22"/>
                  </a:lnTo>
                  <a:lnTo>
                    <a:pt x="393" y="17"/>
                  </a:lnTo>
                  <a:lnTo>
                    <a:pt x="387" y="12"/>
                  </a:lnTo>
                  <a:lnTo>
                    <a:pt x="381" y="9"/>
                  </a:lnTo>
                  <a:lnTo>
                    <a:pt x="374" y="5"/>
                  </a:lnTo>
                  <a:lnTo>
                    <a:pt x="367" y="3"/>
                  </a:lnTo>
                  <a:lnTo>
                    <a:pt x="360" y="2"/>
                  </a:lnTo>
                  <a:lnTo>
                    <a:pt x="353" y="1"/>
                  </a:lnTo>
                  <a:lnTo>
                    <a:pt x="345" y="0"/>
                  </a:lnTo>
                  <a:lnTo>
                    <a:pt x="34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6" name="Freeform 4746">
              <a:extLst>
                <a:ext uri="{FF2B5EF4-FFF2-40B4-BE49-F238E27FC236}">
                  <a16:creationId xmlns:a16="http://schemas.microsoft.com/office/drawing/2014/main" id="{3D60C298-D43E-4861-BEA9-D00241730C7D}"/>
                </a:ext>
              </a:extLst>
            </p:cNvPr>
            <p:cNvSpPr>
              <a:spLocks/>
            </p:cNvSpPr>
            <p:nvPr/>
          </p:nvSpPr>
          <p:spPr bwMode="auto">
            <a:xfrm>
              <a:off x="5053013" y="3984625"/>
              <a:ext cx="134938" cy="85725"/>
            </a:xfrm>
            <a:custGeom>
              <a:avLst/>
              <a:gdLst>
                <a:gd name="T0" fmla="*/ 0 w 421"/>
                <a:gd name="T1" fmla="*/ 196 h 270"/>
                <a:gd name="T2" fmla="*/ 0 w 421"/>
                <a:gd name="T3" fmla="*/ 203 h 270"/>
                <a:gd name="T4" fmla="*/ 1 w 421"/>
                <a:gd name="T5" fmla="*/ 211 h 270"/>
                <a:gd name="T6" fmla="*/ 4 w 421"/>
                <a:gd name="T7" fmla="*/ 218 h 270"/>
                <a:gd name="T8" fmla="*/ 6 w 421"/>
                <a:gd name="T9" fmla="*/ 225 h 270"/>
                <a:gd name="T10" fmla="*/ 9 w 421"/>
                <a:gd name="T11" fmla="*/ 231 h 270"/>
                <a:gd name="T12" fmla="*/ 13 w 421"/>
                <a:gd name="T13" fmla="*/ 238 h 270"/>
                <a:gd name="T14" fmla="*/ 17 w 421"/>
                <a:gd name="T15" fmla="*/ 243 h 270"/>
                <a:gd name="T16" fmla="*/ 22 w 421"/>
                <a:gd name="T17" fmla="*/ 248 h 270"/>
                <a:gd name="T18" fmla="*/ 27 w 421"/>
                <a:gd name="T19" fmla="*/ 254 h 270"/>
                <a:gd name="T20" fmla="*/ 33 w 421"/>
                <a:gd name="T21" fmla="*/ 257 h 270"/>
                <a:gd name="T22" fmla="*/ 39 w 421"/>
                <a:gd name="T23" fmla="*/ 262 h 270"/>
                <a:gd name="T24" fmla="*/ 45 w 421"/>
                <a:gd name="T25" fmla="*/ 264 h 270"/>
                <a:gd name="T26" fmla="*/ 52 w 421"/>
                <a:gd name="T27" fmla="*/ 267 h 270"/>
                <a:gd name="T28" fmla="*/ 60 w 421"/>
                <a:gd name="T29" fmla="*/ 269 h 270"/>
                <a:gd name="T30" fmla="*/ 67 w 421"/>
                <a:gd name="T31" fmla="*/ 270 h 270"/>
                <a:gd name="T32" fmla="*/ 75 w 421"/>
                <a:gd name="T33" fmla="*/ 270 h 270"/>
                <a:gd name="T34" fmla="*/ 345 w 421"/>
                <a:gd name="T35" fmla="*/ 270 h 270"/>
                <a:gd name="T36" fmla="*/ 353 w 421"/>
                <a:gd name="T37" fmla="*/ 270 h 270"/>
                <a:gd name="T38" fmla="*/ 360 w 421"/>
                <a:gd name="T39" fmla="*/ 269 h 270"/>
                <a:gd name="T40" fmla="*/ 367 w 421"/>
                <a:gd name="T41" fmla="*/ 267 h 270"/>
                <a:gd name="T42" fmla="*/ 374 w 421"/>
                <a:gd name="T43" fmla="*/ 264 h 270"/>
                <a:gd name="T44" fmla="*/ 381 w 421"/>
                <a:gd name="T45" fmla="*/ 261 h 270"/>
                <a:gd name="T46" fmla="*/ 387 w 421"/>
                <a:gd name="T47" fmla="*/ 257 h 270"/>
                <a:gd name="T48" fmla="*/ 393 w 421"/>
                <a:gd name="T49" fmla="*/ 253 h 270"/>
                <a:gd name="T50" fmla="*/ 399 w 421"/>
                <a:gd name="T51" fmla="*/ 248 h 270"/>
                <a:gd name="T52" fmla="*/ 403 w 421"/>
                <a:gd name="T53" fmla="*/ 243 h 270"/>
                <a:gd name="T54" fmla="*/ 408 w 421"/>
                <a:gd name="T55" fmla="*/ 238 h 270"/>
                <a:gd name="T56" fmla="*/ 411 w 421"/>
                <a:gd name="T57" fmla="*/ 231 h 270"/>
                <a:gd name="T58" fmla="*/ 415 w 421"/>
                <a:gd name="T59" fmla="*/ 225 h 270"/>
                <a:gd name="T60" fmla="*/ 417 w 421"/>
                <a:gd name="T61" fmla="*/ 218 h 270"/>
                <a:gd name="T62" fmla="*/ 419 w 421"/>
                <a:gd name="T63" fmla="*/ 211 h 270"/>
                <a:gd name="T64" fmla="*/ 421 w 421"/>
                <a:gd name="T65" fmla="*/ 203 h 270"/>
                <a:gd name="T66" fmla="*/ 421 w 421"/>
                <a:gd name="T67" fmla="*/ 196 h 270"/>
                <a:gd name="T68" fmla="*/ 421 w 421"/>
                <a:gd name="T69" fmla="*/ 0 h 270"/>
                <a:gd name="T70" fmla="*/ 0 w 421"/>
                <a:gd name="T71" fmla="*/ 0 h 270"/>
                <a:gd name="T72" fmla="*/ 0 w 421"/>
                <a:gd name="T73" fmla="*/ 196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1" h="270">
                  <a:moveTo>
                    <a:pt x="0" y="196"/>
                  </a:moveTo>
                  <a:lnTo>
                    <a:pt x="0" y="203"/>
                  </a:lnTo>
                  <a:lnTo>
                    <a:pt x="1" y="211"/>
                  </a:lnTo>
                  <a:lnTo>
                    <a:pt x="4" y="218"/>
                  </a:lnTo>
                  <a:lnTo>
                    <a:pt x="6" y="225"/>
                  </a:lnTo>
                  <a:lnTo>
                    <a:pt x="9" y="231"/>
                  </a:lnTo>
                  <a:lnTo>
                    <a:pt x="13" y="238"/>
                  </a:lnTo>
                  <a:lnTo>
                    <a:pt x="17" y="243"/>
                  </a:lnTo>
                  <a:lnTo>
                    <a:pt x="22" y="248"/>
                  </a:lnTo>
                  <a:lnTo>
                    <a:pt x="27" y="254"/>
                  </a:lnTo>
                  <a:lnTo>
                    <a:pt x="33" y="257"/>
                  </a:lnTo>
                  <a:lnTo>
                    <a:pt x="39" y="262"/>
                  </a:lnTo>
                  <a:lnTo>
                    <a:pt x="45" y="264"/>
                  </a:lnTo>
                  <a:lnTo>
                    <a:pt x="52" y="267"/>
                  </a:lnTo>
                  <a:lnTo>
                    <a:pt x="60" y="269"/>
                  </a:lnTo>
                  <a:lnTo>
                    <a:pt x="67" y="270"/>
                  </a:lnTo>
                  <a:lnTo>
                    <a:pt x="75" y="270"/>
                  </a:lnTo>
                  <a:lnTo>
                    <a:pt x="345" y="270"/>
                  </a:lnTo>
                  <a:lnTo>
                    <a:pt x="353" y="270"/>
                  </a:lnTo>
                  <a:lnTo>
                    <a:pt x="360" y="269"/>
                  </a:lnTo>
                  <a:lnTo>
                    <a:pt x="367" y="267"/>
                  </a:lnTo>
                  <a:lnTo>
                    <a:pt x="374" y="264"/>
                  </a:lnTo>
                  <a:lnTo>
                    <a:pt x="381" y="261"/>
                  </a:lnTo>
                  <a:lnTo>
                    <a:pt x="387" y="257"/>
                  </a:lnTo>
                  <a:lnTo>
                    <a:pt x="393" y="253"/>
                  </a:lnTo>
                  <a:lnTo>
                    <a:pt x="399" y="248"/>
                  </a:lnTo>
                  <a:lnTo>
                    <a:pt x="403" y="243"/>
                  </a:lnTo>
                  <a:lnTo>
                    <a:pt x="408" y="238"/>
                  </a:lnTo>
                  <a:lnTo>
                    <a:pt x="411" y="231"/>
                  </a:lnTo>
                  <a:lnTo>
                    <a:pt x="415" y="225"/>
                  </a:lnTo>
                  <a:lnTo>
                    <a:pt x="417" y="218"/>
                  </a:lnTo>
                  <a:lnTo>
                    <a:pt x="419" y="211"/>
                  </a:lnTo>
                  <a:lnTo>
                    <a:pt x="421" y="203"/>
                  </a:lnTo>
                  <a:lnTo>
                    <a:pt x="421" y="196"/>
                  </a:lnTo>
                  <a:lnTo>
                    <a:pt x="421" y="0"/>
                  </a:lnTo>
                  <a:lnTo>
                    <a:pt x="0" y="0"/>
                  </a:lnTo>
                  <a:lnTo>
                    <a:pt x="0" y="1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7" name="Freeform 4747">
              <a:extLst>
                <a:ext uri="{FF2B5EF4-FFF2-40B4-BE49-F238E27FC236}">
                  <a16:creationId xmlns:a16="http://schemas.microsoft.com/office/drawing/2014/main" id="{29B54F52-E2CA-455A-9AA3-2B20BE885EED}"/>
                </a:ext>
              </a:extLst>
            </p:cNvPr>
            <p:cNvSpPr>
              <a:spLocks/>
            </p:cNvSpPr>
            <p:nvPr/>
          </p:nvSpPr>
          <p:spPr bwMode="auto">
            <a:xfrm>
              <a:off x="4900613" y="4137025"/>
              <a:ext cx="133350" cy="85725"/>
            </a:xfrm>
            <a:custGeom>
              <a:avLst/>
              <a:gdLst>
                <a:gd name="T0" fmla="*/ 0 w 421"/>
                <a:gd name="T1" fmla="*/ 194 h 270"/>
                <a:gd name="T2" fmla="*/ 0 w 421"/>
                <a:gd name="T3" fmla="*/ 203 h 270"/>
                <a:gd name="T4" fmla="*/ 2 w 421"/>
                <a:gd name="T5" fmla="*/ 209 h 270"/>
                <a:gd name="T6" fmla="*/ 4 w 421"/>
                <a:gd name="T7" fmla="*/ 218 h 270"/>
                <a:gd name="T8" fmla="*/ 6 w 421"/>
                <a:gd name="T9" fmla="*/ 225 h 270"/>
                <a:gd name="T10" fmla="*/ 10 w 421"/>
                <a:gd name="T11" fmla="*/ 230 h 270"/>
                <a:gd name="T12" fmla="*/ 13 w 421"/>
                <a:gd name="T13" fmla="*/ 237 h 270"/>
                <a:gd name="T14" fmla="*/ 18 w 421"/>
                <a:gd name="T15" fmla="*/ 243 h 270"/>
                <a:gd name="T16" fmla="*/ 22 w 421"/>
                <a:gd name="T17" fmla="*/ 248 h 270"/>
                <a:gd name="T18" fmla="*/ 27 w 421"/>
                <a:gd name="T19" fmla="*/ 252 h 270"/>
                <a:gd name="T20" fmla="*/ 33 w 421"/>
                <a:gd name="T21" fmla="*/ 257 h 270"/>
                <a:gd name="T22" fmla="*/ 40 w 421"/>
                <a:gd name="T23" fmla="*/ 262 h 270"/>
                <a:gd name="T24" fmla="*/ 46 w 421"/>
                <a:gd name="T25" fmla="*/ 264 h 270"/>
                <a:gd name="T26" fmla="*/ 53 w 421"/>
                <a:gd name="T27" fmla="*/ 266 h 270"/>
                <a:gd name="T28" fmla="*/ 61 w 421"/>
                <a:gd name="T29" fmla="*/ 269 h 270"/>
                <a:gd name="T30" fmla="*/ 68 w 421"/>
                <a:gd name="T31" fmla="*/ 270 h 270"/>
                <a:gd name="T32" fmla="*/ 76 w 421"/>
                <a:gd name="T33" fmla="*/ 270 h 270"/>
                <a:gd name="T34" fmla="*/ 346 w 421"/>
                <a:gd name="T35" fmla="*/ 270 h 270"/>
                <a:gd name="T36" fmla="*/ 354 w 421"/>
                <a:gd name="T37" fmla="*/ 270 h 270"/>
                <a:gd name="T38" fmla="*/ 361 w 421"/>
                <a:gd name="T39" fmla="*/ 269 h 270"/>
                <a:gd name="T40" fmla="*/ 368 w 421"/>
                <a:gd name="T41" fmla="*/ 266 h 270"/>
                <a:gd name="T42" fmla="*/ 375 w 421"/>
                <a:gd name="T43" fmla="*/ 264 h 270"/>
                <a:gd name="T44" fmla="*/ 381 w 421"/>
                <a:gd name="T45" fmla="*/ 260 h 270"/>
                <a:gd name="T46" fmla="*/ 387 w 421"/>
                <a:gd name="T47" fmla="*/ 257 h 270"/>
                <a:gd name="T48" fmla="*/ 393 w 421"/>
                <a:gd name="T49" fmla="*/ 252 h 270"/>
                <a:gd name="T50" fmla="*/ 399 w 421"/>
                <a:gd name="T51" fmla="*/ 248 h 270"/>
                <a:gd name="T52" fmla="*/ 403 w 421"/>
                <a:gd name="T53" fmla="*/ 243 h 270"/>
                <a:gd name="T54" fmla="*/ 408 w 421"/>
                <a:gd name="T55" fmla="*/ 237 h 270"/>
                <a:gd name="T56" fmla="*/ 412 w 421"/>
                <a:gd name="T57" fmla="*/ 230 h 270"/>
                <a:gd name="T58" fmla="*/ 415 w 421"/>
                <a:gd name="T59" fmla="*/ 225 h 270"/>
                <a:gd name="T60" fmla="*/ 417 w 421"/>
                <a:gd name="T61" fmla="*/ 218 h 270"/>
                <a:gd name="T62" fmla="*/ 420 w 421"/>
                <a:gd name="T63" fmla="*/ 211 h 270"/>
                <a:gd name="T64" fmla="*/ 421 w 421"/>
                <a:gd name="T65" fmla="*/ 203 h 270"/>
                <a:gd name="T66" fmla="*/ 421 w 421"/>
                <a:gd name="T67" fmla="*/ 196 h 270"/>
                <a:gd name="T68" fmla="*/ 421 w 421"/>
                <a:gd name="T69" fmla="*/ 0 h 270"/>
                <a:gd name="T70" fmla="*/ 0 w 421"/>
                <a:gd name="T71" fmla="*/ 0 h 270"/>
                <a:gd name="T72" fmla="*/ 0 w 421"/>
                <a:gd name="T73" fmla="*/ 194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1" h="270">
                  <a:moveTo>
                    <a:pt x="0" y="194"/>
                  </a:moveTo>
                  <a:lnTo>
                    <a:pt x="0" y="203"/>
                  </a:lnTo>
                  <a:lnTo>
                    <a:pt x="2" y="209"/>
                  </a:lnTo>
                  <a:lnTo>
                    <a:pt x="4" y="218"/>
                  </a:lnTo>
                  <a:lnTo>
                    <a:pt x="6" y="225"/>
                  </a:lnTo>
                  <a:lnTo>
                    <a:pt x="10" y="230"/>
                  </a:lnTo>
                  <a:lnTo>
                    <a:pt x="13" y="237"/>
                  </a:lnTo>
                  <a:lnTo>
                    <a:pt x="18" y="243"/>
                  </a:lnTo>
                  <a:lnTo>
                    <a:pt x="22" y="248"/>
                  </a:lnTo>
                  <a:lnTo>
                    <a:pt x="27" y="252"/>
                  </a:lnTo>
                  <a:lnTo>
                    <a:pt x="33" y="257"/>
                  </a:lnTo>
                  <a:lnTo>
                    <a:pt x="40" y="262"/>
                  </a:lnTo>
                  <a:lnTo>
                    <a:pt x="46" y="264"/>
                  </a:lnTo>
                  <a:lnTo>
                    <a:pt x="53" y="266"/>
                  </a:lnTo>
                  <a:lnTo>
                    <a:pt x="61" y="269"/>
                  </a:lnTo>
                  <a:lnTo>
                    <a:pt x="68" y="270"/>
                  </a:lnTo>
                  <a:lnTo>
                    <a:pt x="76" y="270"/>
                  </a:lnTo>
                  <a:lnTo>
                    <a:pt x="346" y="270"/>
                  </a:lnTo>
                  <a:lnTo>
                    <a:pt x="354" y="270"/>
                  </a:lnTo>
                  <a:lnTo>
                    <a:pt x="361" y="269"/>
                  </a:lnTo>
                  <a:lnTo>
                    <a:pt x="368" y="266"/>
                  </a:lnTo>
                  <a:lnTo>
                    <a:pt x="375" y="264"/>
                  </a:lnTo>
                  <a:lnTo>
                    <a:pt x="381" y="260"/>
                  </a:lnTo>
                  <a:lnTo>
                    <a:pt x="387" y="257"/>
                  </a:lnTo>
                  <a:lnTo>
                    <a:pt x="393" y="252"/>
                  </a:lnTo>
                  <a:lnTo>
                    <a:pt x="399" y="248"/>
                  </a:lnTo>
                  <a:lnTo>
                    <a:pt x="403" y="243"/>
                  </a:lnTo>
                  <a:lnTo>
                    <a:pt x="408" y="237"/>
                  </a:lnTo>
                  <a:lnTo>
                    <a:pt x="412" y="230"/>
                  </a:lnTo>
                  <a:lnTo>
                    <a:pt x="415" y="225"/>
                  </a:lnTo>
                  <a:lnTo>
                    <a:pt x="417" y="218"/>
                  </a:lnTo>
                  <a:lnTo>
                    <a:pt x="420" y="211"/>
                  </a:lnTo>
                  <a:lnTo>
                    <a:pt x="421" y="203"/>
                  </a:lnTo>
                  <a:lnTo>
                    <a:pt x="421" y="196"/>
                  </a:lnTo>
                  <a:lnTo>
                    <a:pt x="421" y="0"/>
                  </a:lnTo>
                  <a:lnTo>
                    <a:pt x="0" y="0"/>
                  </a:lnTo>
                  <a:lnTo>
                    <a:pt x="0"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8" name="Freeform 4748">
              <a:extLst>
                <a:ext uri="{FF2B5EF4-FFF2-40B4-BE49-F238E27FC236}">
                  <a16:creationId xmlns:a16="http://schemas.microsoft.com/office/drawing/2014/main" id="{46C54F87-D686-45B0-AC4F-BD4AD01BD05A}"/>
                </a:ext>
              </a:extLst>
            </p:cNvPr>
            <p:cNvSpPr>
              <a:spLocks/>
            </p:cNvSpPr>
            <p:nvPr/>
          </p:nvSpPr>
          <p:spPr bwMode="auto">
            <a:xfrm>
              <a:off x="4900613" y="4089400"/>
              <a:ext cx="133350" cy="38100"/>
            </a:xfrm>
            <a:custGeom>
              <a:avLst/>
              <a:gdLst>
                <a:gd name="T0" fmla="*/ 346 w 421"/>
                <a:gd name="T1" fmla="*/ 0 h 121"/>
                <a:gd name="T2" fmla="*/ 76 w 421"/>
                <a:gd name="T3" fmla="*/ 0 h 121"/>
                <a:gd name="T4" fmla="*/ 68 w 421"/>
                <a:gd name="T5" fmla="*/ 1 h 121"/>
                <a:gd name="T6" fmla="*/ 61 w 421"/>
                <a:gd name="T7" fmla="*/ 3 h 121"/>
                <a:gd name="T8" fmla="*/ 53 w 421"/>
                <a:gd name="T9" fmla="*/ 4 h 121"/>
                <a:gd name="T10" fmla="*/ 46 w 421"/>
                <a:gd name="T11" fmla="*/ 6 h 121"/>
                <a:gd name="T12" fmla="*/ 40 w 421"/>
                <a:gd name="T13" fmla="*/ 10 h 121"/>
                <a:gd name="T14" fmla="*/ 33 w 421"/>
                <a:gd name="T15" fmla="*/ 13 h 121"/>
                <a:gd name="T16" fmla="*/ 27 w 421"/>
                <a:gd name="T17" fmla="*/ 18 h 121"/>
                <a:gd name="T18" fmla="*/ 22 w 421"/>
                <a:gd name="T19" fmla="*/ 22 h 121"/>
                <a:gd name="T20" fmla="*/ 18 w 421"/>
                <a:gd name="T21" fmla="*/ 28 h 121"/>
                <a:gd name="T22" fmla="*/ 13 w 421"/>
                <a:gd name="T23" fmla="*/ 34 h 121"/>
                <a:gd name="T24" fmla="*/ 10 w 421"/>
                <a:gd name="T25" fmla="*/ 40 h 121"/>
                <a:gd name="T26" fmla="*/ 6 w 421"/>
                <a:gd name="T27" fmla="*/ 47 h 121"/>
                <a:gd name="T28" fmla="*/ 4 w 421"/>
                <a:gd name="T29" fmla="*/ 54 h 121"/>
                <a:gd name="T30" fmla="*/ 2 w 421"/>
                <a:gd name="T31" fmla="*/ 61 h 121"/>
                <a:gd name="T32" fmla="*/ 0 w 421"/>
                <a:gd name="T33" fmla="*/ 67 h 121"/>
                <a:gd name="T34" fmla="*/ 0 w 421"/>
                <a:gd name="T35" fmla="*/ 76 h 121"/>
                <a:gd name="T36" fmla="*/ 0 w 421"/>
                <a:gd name="T37" fmla="*/ 121 h 121"/>
                <a:gd name="T38" fmla="*/ 421 w 421"/>
                <a:gd name="T39" fmla="*/ 121 h 121"/>
                <a:gd name="T40" fmla="*/ 421 w 421"/>
                <a:gd name="T41" fmla="*/ 76 h 121"/>
                <a:gd name="T42" fmla="*/ 421 w 421"/>
                <a:gd name="T43" fmla="*/ 67 h 121"/>
                <a:gd name="T44" fmla="*/ 420 w 421"/>
                <a:gd name="T45" fmla="*/ 61 h 121"/>
                <a:gd name="T46" fmla="*/ 417 w 421"/>
                <a:gd name="T47" fmla="*/ 54 h 121"/>
                <a:gd name="T48" fmla="*/ 415 w 421"/>
                <a:gd name="T49" fmla="*/ 47 h 121"/>
                <a:gd name="T50" fmla="*/ 412 w 421"/>
                <a:gd name="T51" fmla="*/ 40 h 121"/>
                <a:gd name="T52" fmla="*/ 408 w 421"/>
                <a:gd name="T53" fmla="*/ 34 h 121"/>
                <a:gd name="T54" fmla="*/ 403 w 421"/>
                <a:gd name="T55" fmla="*/ 28 h 121"/>
                <a:gd name="T56" fmla="*/ 399 w 421"/>
                <a:gd name="T57" fmla="*/ 22 h 121"/>
                <a:gd name="T58" fmla="*/ 393 w 421"/>
                <a:gd name="T59" fmla="*/ 18 h 121"/>
                <a:gd name="T60" fmla="*/ 387 w 421"/>
                <a:gd name="T61" fmla="*/ 13 h 121"/>
                <a:gd name="T62" fmla="*/ 381 w 421"/>
                <a:gd name="T63" fmla="*/ 10 h 121"/>
                <a:gd name="T64" fmla="*/ 375 w 421"/>
                <a:gd name="T65" fmla="*/ 6 h 121"/>
                <a:gd name="T66" fmla="*/ 368 w 421"/>
                <a:gd name="T67" fmla="*/ 4 h 121"/>
                <a:gd name="T68" fmla="*/ 361 w 421"/>
                <a:gd name="T69" fmla="*/ 3 h 121"/>
                <a:gd name="T70" fmla="*/ 354 w 421"/>
                <a:gd name="T71" fmla="*/ 1 h 121"/>
                <a:gd name="T72" fmla="*/ 346 w 421"/>
                <a:gd name="T73"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1" h="121">
                  <a:moveTo>
                    <a:pt x="346" y="0"/>
                  </a:moveTo>
                  <a:lnTo>
                    <a:pt x="76" y="0"/>
                  </a:lnTo>
                  <a:lnTo>
                    <a:pt x="68" y="1"/>
                  </a:lnTo>
                  <a:lnTo>
                    <a:pt x="61" y="3"/>
                  </a:lnTo>
                  <a:lnTo>
                    <a:pt x="53" y="4"/>
                  </a:lnTo>
                  <a:lnTo>
                    <a:pt x="46" y="6"/>
                  </a:lnTo>
                  <a:lnTo>
                    <a:pt x="40" y="10"/>
                  </a:lnTo>
                  <a:lnTo>
                    <a:pt x="33" y="13"/>
                  </a:lnTo>
                  <a:lnTo>
                    <a:pt x="27" y="18"/>
                  </a:lnTo>
                  <a:lnTo>
                    <a:pt x="22" y="22"/>
                  </a:lnTo>
                  <a:lnTo>
                    <a:pt x="18" y="28"/>
                  </a:lnTo>
                  <a:lnTo>
                    <a:pt x="13" y="34"/>
                  </a:lnTo>
                  <a:lnTo>
                    <a:pt x="10" y="40"/>
                  </a:lnTo>
                  <a:lnTo>
                    <a:pt x="6" y="47"/>
                  </a:lnTo>
                  <a:lnTo>
                    <a:pt x="4" y="54"/>
                  </a:lnTo>
                  <a:lnTo>
                    <a:pt x="2" y="61"/>
                  </a:lnTo>
                  <a:lnTo>
                    <a:pt x="0" y="67"/>
                  </a:lnTo>
                  <a:lnTo>
                    <a:pt x="0" y="76"/>
                  </a:lnTo>
                  <a:lnTo>
                    <a:pt x="0" y="121"/>
                  </a:lnTo>
                  <a:lnTo>
                    <a:pt x="421" y="121"/>
                  </a:lnTo>
                  <a:lnTo>
                    <a:pt x="421" y="76"/>
                  </a:lnTo>
                  <a:lnTo>
                    <a:pt x="421" y="67"/>
                  </a:lnTo>
                  <a:lnTo>
                    <a:pt x="420" y="61"/>
                  </a:lnTo>
                  <a:lnTo>
                    <a:pt x="417" y="54"/>
                  </a:lnTo>
                  <a:lnTo>
                    <a:pt x="415" y="47"/>
                  </a:lnTo>
                  <a:lnTo>
                    <a:pt x="412" y="40"/>
                  </a:lnTo>
                  <a:lnTo>
                    <a:pt x="408" y="34"/>
                  </a:lnTo>
                  <a:lnTo>
                    <a:pt x="403" y="28"/>
                  </a:lnTo>
                  <a:lnTo>
                    <a:pt x="399" y="22"/>
                  </a:lnTo>
                  <a:lnTo>
                    <a:pt x="393" y="18"/>
                  </a:lnTo>
                  <a:lnTo>
                    <a:pt x="387" y="13"/>
                  </a:lnTo>
                  <a:lnTo>
                    <a:pt x="381" y="10"/>
                  </a:lnTo>
                  <a:lnTo>
                    <a:pt x="375" y="6"/>
                  </a:lnTo>
                  <a:lnTo>
                    <a:pt x="368" y="4"/>
                  </a:lnTo>
                  <a:lnTo>
                    <a:pt x="361" y="3"/>
                  </a:lnTo>
                  <a:lnTo>
                    <a:pt x="354" y="1"/>
                  </a:lnTo>
                  <a:lnTo>
                    <a:pt x="34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9" name="Freeform 4749">
              <a:extLst>
                <a:ext uri="{FF2B5EF4-FFF2-40B4-BE49-F238E27FC236}">
                  <a16:creationId xmlns:a16="http://schemas.microsoft.com/office/drawing/2014/main" id="{2AD4B2ED-3FF5-413A-9E75-6FD5885D478D}"/>
                </a:ext>
              </a:extLst>
            </p:cNvPr>
            <p:cNvSpPr>
              <a:spLocks/>
            </p:cNvSpPr>
            <p:nvPr/>
          </p:nvSpPr>
          <p:spPr bwMode="auto">
            <a:xfrm>
              <a:off x="5053013" y="4137025"/>
              <a:ext cx="134938" cy="85725"/>
            </a:xfrm>
            <a:custGeom>
              <a:avLst/>
              <a:gdLst>
                <a:gd name="T0" fmla="*/ 0 w 421"/>
                <a:gd name="T1" fmla="*/ 194 h 270"/>
                <a:gd name="T2" fmla="*/ 0 w 421"/>
                <a:gd name="T3" fmla="*/ 203 h 270"/>
                <a:gd name="T4" fmla="*/ 1 w 421"/>
                <a:gd name="T5" fmla="*/ 209 h 270"/>
                <a:gd name="T6" fmla="*/ 4 w 421"/>
                <a:gd name="T7" fmla="*/ 218 h 270"/>
                <a:gd name="T8" fmla="*/ 6 w 421"/>
                <a:gd name="T9" fmla="*/ 225 h 270"/>
                <a:gd name="T10" fmla="*/ 9 w 421"/>
                <a:gd name="T11" fmla="*/ 230 h 270"/>
                <a:gd name="T12" fmla="*/ 13 w 421"/>
                <a:gd name="T13" fmla="*/ 237 h 270"/>
                <a:gd name="T14" fmla="*/ 17 w 421"/>
                <a:gd name="T15" fmla="*/ 243 h 270"/>
                <a:gd name="T16" fmla="*/ 22 w 421"/>
                <a:gd name="T17" fmla="*/ 248 h 270"/>
                <a:gd name="T18" fmla="*/ 27 w 421"/>
                <a:gd name="T19" fmla="*/ 252 h 270"/>
                <a:gd name="T20" fmla="*/ 33 w 421"/>
                <a:gd name="T21" fmla="*/ 257 h 270"/>
                <a:gd name="T22" fmla="*/ 39 w 421"/>
                <a:gd name="T23" fmla="*/ 262 h 270"/>
                <a:gd name="T24" fmla="*/ 45 w 421"/>
                <a:gd name="T25" fmla="*/ 264 h 270"/>
                <a:gd name="T26" fmla="*/ 52 w 421"/>
                <a:gd name="T27" fmla="*/ 266 h 270"/>
                <a:gd name="T28" fmla="*/ 60 w 421"/>
                <a:gd name="T29" fmla="*/ 269 h 270"/>
                <a:gd name="T30" fmla="*/ 67 w 421"/>
                <a:gd name="T31" fmla="*/ 270 h 270"/>
                <a:gd name="T32" fmla="*/ 75 w 421"/>
                <a:gd name="T33" fmla="*/ 270 h 270"/>
                <a:gd name="T34" fmla="*/ 345 w 421"/>
                <a:gd name="T35" fmla="*/ 270 h 270"/>
                <a:gd name="T36" fmla="*/ 353 w 421"/>
                <a:gd name="T37" fmla="*/ 270 h 270"/>
                <a:gd name="T38" fmla="*/ 360 w 421"/>
                <a:gd name="T39" fmla="*/ 269 h 270"/>
                <a:gd name="T40" fmla="*/ 367 w 421"/>
                <a:gd name="T41" fmla="*/ 266 h 270"/>
                <a:gd name="T42" fmla="*/ 374 w 421"/>
                <a:gd name="T43" fmla="*/ 264 h 270"/>
                <a:gd name="T44" fmla="*/ 381 w 421"/>
                <a:gd name="T45" fmla="*/ 260 h 270"/>
                <a:gd name="T46" fmla="*/ 387 w 421"/>
                <a:gd name="T47" fmla="*/ 257 h 270"/>
                <a:gd name="T48" fmla="*/ 393 w 421"/>
                <a:gd name="T49" fmla="*/ 252 h 270"/>
                <a:gd name="T50" fmla="*/ 399 w 421"/>
                <a:gd name="T51" fmla="*/ 248 h 270"/>
                <a:gd name="T52" fmla="*/ 403 w 421"/>
                <a:gd name="T53" fmla="*/ 243 h 270"/>
                <a:gd name="T54" fmla="*/ 408 w 421"/>
                <a:gd name="T55" fmla="*/ 237 h 270"/>
                <a:gd name="T56" fmla="*/ 411 w 421"/>
                <a:gd name="T57" fmla="*/ 230 h 270"/>
                <a:gd name="T58" fmla="*/ 415 w 421"/>
                <a:gd name="T59" fmla="*/ 225 h 270"/>
                <a:gd name="T60" fmla="*/ 417 w 421"/>
                <a:gd name="T61" fmla="*/ 218 h 270"/>
                <a:gd name="T62" fmla="*/ 419 w 421"/>
                <a:gd name="T63" fmla="*/ 211 h 270"/>
                <a:gd name="T64" fmla="*/ 421 w 421"/>
                <a:gd name="T65" fmla="*/ 203 h 270"/>
                <a:gd name="T66" fmla="*/ 421 w 421"/>
                <a:gd name="T67" fmla="*/ 196 h 270"/>
                <a:gd name="T68" fmla="*/ 421 w 421"/>
                <a:gd name="T69" fmla="*/ 0 h 270"/>
                <a:gd name="T70" fmla="*/ 0 w 421"/>
                <a:gd name="T71" fmla="*/ 0 h 270"/>
                <a:gd name="T72" fmla="*/ 0 w 421"/>
                <a:gd name="T73" fmla="*/ 194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1" h="270">
                  <a:moveTo>
                    <a:pt x="0" y="194"/>
                  </a:moveTo>
                  <a:lnTo>
                    <a:pt x="0" y="203"/>
                  </a:lnTo>
                  <a:lnTo>
                    <a:pt x="1" y="209"/>
                  </a:lnTo>
                  <a:lnTo>
                    <a:pt x="4" y="218"/>
                  </a:lnTo>
                  <a:lnTo>
                    <a:pt x="6" y="225"/>
                  </a:lnTo>
                  <a:lnTo>
                    <a:pt x="9" y="230"/>
                  </a:lnTo>
                  <a:lnTo>
                    <a:pt x="13" y="237"/>
                  </a:lnTo>
                  <a:lnTo>
                    <a:pt x="17" y="243"/>
                  </a:lnTo>
                  <a:lnTo>
                    <a:pt x="22" y="248"/>
                  </a:lnTo>
                  <a:lnTo>
                    <a:pt x="27" y="252"/>
                  </a:lnTo>
                  <a:lnTo>
                    <a:pt x="33" y="257"/>
                  </a:lnTo>
                  <a:lnTo>
                    <a:pt x="39" y="262"/>
                  </a:lnTo>
                  <a:lnTo>
                    <a:pt x="45" y="264"/>
                  </a:lnTo>
                  <a:lnTo>
                    <a:pt x="52" y="266"/>
                  </a:lnTo>
                  <a:lnTo>
                    <a:pt x="60" y="269"/>
                  </a:lnTo>
                  <a:lnTo>
                    <a:pt x="67" y="270"/>
                  </a:lnTo>
                  <a:lnTo>
                    <a:pt x="75" y="270"/>
                  </a:lnTo>
                  <a:lnTo>
                    <a:pt x="345" y="270"/>
                  </a:lnTo>
                  <a:lnTo>
                    <a:pt x="353" y="270"/>
                  </a:lnTo>
                  <a:lnTo>
                    <a:pt x="360" y="269"/>
                  </a:lnTo>
                  <a:lnTo>
                    <a:pt x="367" y="266"/>
                  </a:lnTo>
                  <a:lnTo>
                    <a:pt x="374" y="264"/>
                  </a:lnTo>
                  <a:lnTo>
                    <a:pt x="381" y="260"/>
                  </a:lnTo>
                  <a:lnTo>
                    <a:pt x="387" y="257"/>
                  </a:lnTo>
                  <a:lnTo>
                    <a:pt x="393" y="252"/>
                  </a:lnTo>
                  <a:lnTo>
                    <a:pt x="399" y="248"/>
                  </a:lnTo>
                  <a:lnTo>
                    <a:pt x="403" y="243"/>
                  </a:lnTo>
                  <a:lnTo>
                    <a:pt x="408" y="237"/>
                  </a:lnTo>
                  <a:lnTo>
                    <a:pt x="411" y="230"/>
                  </a:lnTo>
                  <a:lnTo>
                    <a:pt x="415" y="225"/>
                  </a:lnTo>
                  <a:lnTo>
                    <a:pt x="417" y="218"/>
                  </a:lnTo>
                  <a:lnTo>
                    <a:pt x="419" y="211"/>
                  </a:lnTo>
                  <a:lnTo>
                    <a:pt x="421" y="203"/>
                  </a:lnTo>
                  <a:lnTo>
                    <a:pt x="421" y="196"/>
                  </a:lnTo>
                  <a:lnTo>
                    <a:pt x="421" y="0"/>
                  </a:lnTo>
                  <a:lnTo>
                    <a:pt x="0" y="0"/>
                  </a:lnTo>
                  <a:lnTo>
                    <a:pt x="0"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0" name="Freeform 4750">
              <a:extLst>
                <a:ext uri="{FF2B5EF4-FFF2-40B4-BE49-F238E27FC236}">
                  <a16:creationId xmlns:a16="http://schemas.microsoft.com/office/drawing/2014/main" id="{C94F299B-31F2-4CA4-A270-5E5DDD6CEDAA}"/>
                </a:ext>
              </a:extLst>
            </p:cNvPr>
            <p:cNvSpPr>
              <a:spLocks/>
            </p:cNvSpPr>
            <p:nvPr/>
          </p:nvSpPr>
          <p:spPr bwMode="auto">
            <a:xfrm>
              <a:off x="5053013" y="4089400"/>
              <a:ext cx="134938" cy="38100"/>
            </a:xfrm>
            <a:custGeom>
              <a:avLst/>
              <a:gdLst>
                <a:gd name="T0" fmla="*/ 345 w 421"/>
                <a:gd name="T1" fmla="*/ 0 h 121"/>
                <a:gd name="T2" fmla="*/ 75 w 421"/>
                <a:gd name="T3" fmla="*/ 0 h 121"/>
                <a:gd name="T4" fmla="*/ 67 w 421"/>
                <a:gd name="T5" fmla="*/ 1 h 121"/>
                <a:gd name="T6" fmla="*/ 60 w 421"/>
                <a:gd name="T7" fmla="*/ 3 h 121"/>
                <a:gd name="T8" fmla="*/ 52 w 421"/>
                <a:gd name="T9" fmla="*/ 4 h 121"/>
                <a:gd name="T10" fmla="*/ 45 w 421"/>
                <a:gd name="T11" fmla="*/ 6 h 121"/>
                <a:gd name="T12" fmla="*/ 39 w 421"/>
                <a:gd name="T13" fmla="*/ 10 h 121"/>
                <a:gd name="T14" fmla="*/ 33 w 421"/>
                <a:gd name="T15" fmla="*/ 13 h 121"/>
                <a:gd name="T16" fmla="*/ 27 w 421"/>
                <a:gd name="T17" fmla="*/ 18 h 121"/>
                <a:gd name="T18" fmla="*/ 22 w 421"/>
                <a:gd name="T19" fmla="*/ 22 h 121"/>
                <a:gd name="T20" fmla="*/ 17 w 421"/>
                <a:gd name="T21" fmla="*/ 28 h 121"/>
                <a:gd name="T22" fmla="*/ 13 w 421"/>
                <a:gd name="T23" fmla="*/ 34 h 121"/>
                <a:gd name="T24" fmla="*/ 9 w 421"/>
                <a:gd name="T25" fmla="*/ 40 h 121"/>
                <a:gd name="T26" fmla="*/ 6 w 421"/>
                <a:gd name="T27" fmla="*/ 47 h 121"/>
                <a:gd name="T28" fmla="*/ 4 w 421"/>
                <a:gd name="T29" fmla="*/ 54 h 121"/>
                <a:gd name="T30" fmla="*/ 1 w 421"/>
                <a:gd name="T31" fmla="*/ 61 h 121"/>
                <a:gd name="T32" fmla="*/ 0 w 421"/>
                <a:gd name="T33" fmla="*/ 67 h 121"/>
                <a:gd name="T34" fmla="*/ 0 w 421"/>
                <a:gd name="T35" fmla="*/ 76 h 121"/>
                <a:gd name="T36" fmla="*/ 0 w 421"/>
                <a:gd name="T37" fmla="*/ 121 h 121"/>
                <a:gd name="T38" fmla="*/ 421 w 421"/>
                <a:gd name="T39" fmla="*/ 121 h 121"/>
                <a:gd name="T40" fmla="*/ 421 w 421"/>
                <a:gd name="T41" fmla="*/ 76 h 121"/>
                <a:gd name="T42" fmla="*/ 421 w 421"/>
                <a:gd name="T43" fmla="*/ 67 h 121"/>
                <a:gd name="T44" fmla="*/ 419 w 421"/>
                <a:gd name="T45" fmla="*/ 61 h 121"/>
                <a:gd name="T46" fmla="*/ 417 w 421"/>
                <a:gd name="T47" fmla="*/ 54 h 121"/>
                <a:gd name="T48" fmla="*/ 415 w 421"/>
                <a:gd name="T49" fmla="*/ 47 h 121"/>
                <a:gd name="T50" fmla="*/ 411 w 421"/>
                <a:gd name="T51" fmla="*/ 40 h 121"/>
                <a:gd name="T52" fmla="*/ 408 w 421"/>
                <a:gd name="T53" fmla="*/ 34 h 121"/>
                <a:gd name="T54" fmla="*/ 403 w 421"/>
                <a:gd name="T55" fmla="*/ 28 h 121"/>
                <a:gd name="T56" fmla="*/ 399 w 421"/>
                <a:gd name="T57" fmla="*/ 22 h 121"/>
                <a:gd name="T58" fmla="*/ 393 w 421"/>
                <a:gd name="T59" fmla="*/ 18 h 121"/>
                <a:gd name="T60" fmla="*/ 387 w 421"/>
                <a:gd name="T61" fmla="*/ 13 h 121"/>
                <a:gd name="T62" fmla="*/ 381 w 421"/>
                <a:gd name="T63" fmla="*/ 10 h 121"/>
                <a:gd name="T64" fmla="*/ 374 w 421"/>
                <a:gd name="T65" fmla="*/ 6 h 121"/>
                <a:gd name="T66" fmla="*/ 367 w 421"/>
                <a:gd name="T67" fmla="*/ 4 h 121"/>
                <a:gd name="T68" fmla="*/ 360 w 421"/>
                <a:gd name="T69" fmla="*/ 3 h 121"/>
                <a:gd name="T70" fmla="*/ 353 w 421"/>
                <a:gd name="T71" fmla="*/ 1 h 121"/>
                <a:gd name="T72" fmla="*/ 345 w 421"/>
                <a:gd name="T73"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1" h="121">
                  <a:moveTo>
                    <a:pt x="345" y="0"/>
                  </a:moveTo>
                  <a:lnTo>
                    <a:pt x="75" y="0"/>
                  </a:lnTo>
                  <a:lnTo>
                    <a:pt x="67" y="1"/>
                  </a:lnTo>
                  <a:lnTo>
                    <a:pt x="60" y="3"/>
                  </a:lnTo>
                  <a:lnTo>
                    <a:pt x="52" y="4"/>
                  </a:lnTo>
                  <a:lnTo>
                    <a:pt x="45" y="6"/>
                  </a:lnTo>
                  <a:lnTo>
                    <a:pt x="39" y="10"/>
                  </a:lnTo>
                  <a:lnTo>
                    <a:pt x="33" y="13"/>
                  </a:lnTo>
                  <a:lnTo>
                    <a:pt x="27" y="18"/>
                  </a:lnTo>
                  <a:lnTo>
                    <a:pt x="22" y="22"/>
                  </a:lnTo>
                  <a:lnTo>
                    <a:pt x="17" y="28"/>
                  </a:lnTo>
                  <a:lnTo>
                    <a:pt x="13" y="34"/>
                  </a:lnTo>
                  <a:lnTo>
                    <a:pt x="9" y="40"/>
                  </a:lnTo>
                  <a:lnTo>
                    <a:pt x="6" y="47"/>
                  </a:lnTo>
                  <a:lnTo>
                    <a:pt x="4" y="54"/>
                  </a:lnTo>
                  <a:lnTo>
                    <a:pt x="1" y="61"/>
                  </a:lnTo>
                  <a:lnTo>
                    <a:pt x="0" y="67"/>
                  </a:lnTo>
                  <a:lnTo>
                    <a:pt x="0" y="76"/>
                  </a:lnTo>
                  <a:lnTo>
                    <a:pt x="0" y="121"/>
                  </a:lnTo>
                  <a:lnTo>
                    <a:pt x="421" y="121"/>
                  </a:lnTo>
                  <a:lnTo>
                    <a:pt x="421" y="76"/>
                  </a:lnTo>
                  <a:lnTo>
                    <a:pt x="421" y="67"/>
                  </a:lnTo>
                  <a:lnTo>
                    <a:pt x="419" y="61"/>
                  </a:lnTo>
                  <a:lnTo>
                    <a:pt x="417" y="54"/>
                  </a:lnTo>
                  <a:lnTo>
                    <a:pt x="415" y="47"/>
                  </a:lnTo>
                  <a:lnTo>
                    <a:pt x="411" y="40"/>
                  </a:lnTo>
                  <a:lnTo>
                    <a:pt x="408" y="34"/>
                  </a:lnTo>
                  <a:lnTo>
                    <a:pt x="403" y="28"/>
                  </a:lnTo>
                  <a:lnTo>
                    <a:pt x="399" y="22"/>
                  </a:lnTo>
                  <a:lnTo>
                    <a:pt x="393" y="18"/>
                  </a:lnTo>
                  <a:lnTo>
                    <a:pt x="387" y="13"/>
                  </a:lnTo>
                  <a:lnTo>
                    <a:pt x="381" y="10"/>
                  </a:lnTo>
                  <a:lnTo>
                    <a:pt x="374" y="6"/>
                  </a:lnTo>
                  <a:lnTo>
                    <a:pt x="367" y="4"/>
                  </a:lnTo>
                  <a:lnTo>
                    <a:pt x="360" y="3"/>
                  </a:lnTo>
                  <a:lnTo>
                    <a:pt x="353" y="1"/>
                  </a:lnTo>
                  <a:lnTo>
                    <a:pt x="34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1" name="Group 100" descr="Icon of mobile phone and speech bubble.">
            <a:extLst>
              <a:ext uri="{FF2B5EF4-FFF2-40B4-BE49-F238E27FC236}">
                <a16:creationId xmlns:a16="http://schemas.microsoft.com/office/drawing/2014/main" id="{67EBF40E-2836-4B56-82CA-B0AE5592616F}"/>
              </a:ext>
            </a:extLst>
          </p:cNvPr>
          <p:cNvGrpSpPr/>
          <p:nvPr/>
        </p:nvGrpSpPr>
        <p:grpSpPr>
          <a:xfrm>
            <a:off x="6564709" y="1373740"/>
            <a:ext cx="277813" cy="276225"/>
            <a:chOff x="6105525" y="1922463"/>
            <a:chExt cx="277813" cy="276225"/>
          </a:xfrm>
          <a:solidFill>
            <a:schemeClr val="bg1"/>
          </a:solidFill>
        </p:grpSpPr>
        <p:sp>
          <p:nvSpPr>
            <p:cNvPr id="102" name="Freeform 2023">
              <a:extLst>
                <a:ext uri="{FF2B5EF4-FFF2-40B4-BE49-F238E27FC236}">
                  <a16:creationId xmlns:a16="http://schemas.microsoft.com/office/drawing/2014/main" id="{8A677BB9-7FF5-46F1-AA35-A8280C80A687}"/>
                </a:ext>
              </a:extLst>
            </p:cNvPr>
            <p:cNvSpPr>
              <a:spLocks noEditPoints="1"/>
            </p:cNvSpPr>
            <p:nvPr/>
          </p:nvSpPr>
          <p:spPr bwMode="auto">
            <a:xfrm>
              <a:off x="6105525" y="1960563"/>
              <a:ext cx="96838" cy="47625"/>
            </a:xfrm>
            <a:custGeom>
              <a:avLst/>
              <a:gdLst>
                <a:gd name="T0" fmla="*/ 195 w 303"/>
                <a:gd name="T1" fmla="*/ 105 h 150"/>
                <a:gd name="T2" fmla="*/ 165 w 303"/>
                <a:gd name="T3" fmla="*/ 105 h 150"/>
                <a:gd name="T4" fmla="*/ 162 w 303"/>
                <a:gd name="T5" fmla="*/ 105 h 150"/>
                <a:gd name="T6" fmla="*/ 160 w 303"/>
                <a:gd name="T7" fmla="*/ 104 h 150"/>
                <a:gd name="T8" fmla="*/ 157 w 303"/>
                <a:gd name="T9" fmla="*/ 103 h 150"/>
                <a:gd name="T10" fmla="*/ 155 w 303"/>
                <a:gd name="T11" fmla="*/ 101 h 150"/>
                <a:gd name="T12" fmla="*/ 153 w 303"/>
                <a:gd name="T13" fmla="*/ 98 h 150"/>
                <a:gd name="T14" fmla="*/ 151 w 303"/>
                <a:gd name="T15" fmla="*/ 96 h 150"/>
                <a:gd name="T16" fmla="*/ 151 w 303"/>
                <a:gd name="T17" fmla="*/ 93 h 150"/>
                <a:gd name="T18" fmla="*/ 150 w 303"/>
                <a:gd name="T19" fmla="*/ 90 h 150"/>
                <a:gd name="T20" fmla="*/ 151 w 303"/>
                <a:gd name="T21" fmla="*/ 88 h 150"/>
                <a:gd name="T22" fmla="*/ 151 w 303"/>
                <a:gd name="T23" fmla="*/ 85 h 150"/>
                <a:gd name="T24" fmla="*/ 153 w 303"/>
                <a:gd name="T25" fmla="*/ 82 h 150"/>
                <a:gd name="T26" fmla="*/ 155 w 303"/>
                <a:gd name="T27" fmla="*/ 80 h 150"/>
                <a:gd name="T28" fmla="*/ 157 w 303"/>
                <a:gd name="T29" fmla="*/ 78 h 150"/>
                <a:gd name="T30" fmla="*/ 160 w 303"/>
                <a:gd name="T31" fmla="*/ 77 h 150"/>
                <a:gd name="T32" fmla="*/ 162 w 303"/>
                <a:gd name="T33" fmla="*/ 76 h 150"/>
                <a:gd name="T34" fmla="*/ 165 w 303"/>
                <a:gd name="T35" fmla="*/ 75 h 150"/>
                <a:gd name="T36" fmla="*/ 195 w 303"/>
                <a:gd name="T37" fmla="*/ 75 h 150"/>
                <a:gd name="T38" fmla="*/ 199 w 303"/>
                <a:gd name="T39" fmla="*/ 76 h 150"/>
                <a:gd name="T40" fmla="*/ 202 w 303"/>
                <a:gd name="T41" fmla="*/ 77 h 150"/>
                <a:gd name="T42" fmla="*/ 204 w 303"/>
                <a:gd name="T43" fmla="*/ 78 h 150"/>
                <a:gd name="T44" fmla="*/ 206 w 303"/>
                <a:gd name="T45" fmla="*/ 80 h 150"/>
                <a:gd name="T46" fmla="*/ 208 w 303"/>
                <a:gd name="T47" fmla="*/ 82 h 150"/>
                <a:gd name="T48" fmla="*/ 209 w 303"/>
                <a:gd name="T49" fmla="*/ 85 h 150"/>
                <a:gd name="T50" fmla="*/ 210 w 303"/>
                <a:gd name="T51" fmla="*/ 88 h 150"/>
                <a:gd name="T52" fmla="*/ 210 w 303"/>
                <a:gd name="T53" fmla="*/ 90 h 150"/>
                <a:gd name="T54" fmla="*/ 210 w 303"/>
                <a:gd name="T55" fmla="*/ 93 h 150"/>
                <a:gd name="T56" fmla="*/ 209 w 303"/>
                <a:gd name="T57" fmla="*/ 96 h 150"/>
                <a:gd name="T58" fmla="*/ 208 w 303"/>
                <a:gd name="T59" fmla="*/ 98 h 150"/>
                <a:gd name="T60" fmla="*/ 206 w 303"/>
                <a:gd name="T61" fmla="*/ 101 h 150"/>
                <a:gd name="T62" fmla="*/ 204 w 303"/>
                <a:gd name="T63" fmla="*/ 103 h 150"/>
                <a:gd name="T64" fmla="*/ 202 w 303"/>
                <a:gd name="T65" fmla="*/ 104 h 150"/>
                <a:gd name="T66" fmla="*/ 199 w 303"/>
                <a:gd name="T67" fmla="*/ 105 h 150"/>
                <a:gd name="T68" fmla="*/ 195 w 303"/>
                <a:gd name="T69" fmla="*/ 105 h 150"/>
                <a:gd name="T70" fmla="*/ 195 w 303"/>
                <a:gd name="T71" fmla="*/ 105 h 150"/>
                <a:gd name="T72" fmla="*/ 300 w 303"/>
                <a:gd name="T73" fmla="*/ 135 h 150"/>
                <a:gd name="T74" fmla="*/ 300 w 303"/>
                <a:gd name="T75" fmla="*/ 0 h 150"/>
                <a:gd name="T76" fmla="*/ 90 w 303"/>
                <a:gd name="T77" fmla="*/ 0 h 150"/>
                <a:gd name="T78" fmla="*/ 82 w 303"/>
                <a:gd name="T79" fmla="*/ 1 h 150"/>
                <a:gd name="T80" fmla="*/ 72 w 303"/>
                <a:gd name="T81" fmla="*/ 2 h 150"/>
                <a:gd name="T82" fmla="*/ 63 w 303"/>
                <a:gd name="T83" fmla="*/ 4 h 150"/>
                <a:gd name="T84" fmla="*/ 55 w 303"/>
                <a:gd name="T85" fmla="*/ 7 h 150"/>
                <a:gd name="T86" fmla="*/ 47 w 303"/>
                <a:gd name="T87" fmla="*/ 10 h 150"/>
                <a:gd name="T88" fmla="*/ 40 w 303"/>
                <a:gd name="T89" fmla="*/ 15 h 150"/>
                <a:gd name="T90" fmla="*/ 32 w 303"/>
                <a:gd name="T91" fmla="*/ 20 h 150"/>
                <a:gd name="T92" fmla="*/ 27 w 303"/>
                <a:gd name="T93" fmla="*/ 27 h 150"/>
                <a:gd name="T94" fmla="*/ 20 w 303"/>
                <a:gd name="T95" fmla="*/ 33 h 150"/>
                <a:gd name="T96" fmla="*/ 15 w 303"/>
                <a:gd name="T97" fmla="*/ 39 h 150"/>
                <a:gd name="T98" fmla="*/ 11 w 303"/>
                <a:gd name="T99" fmla="*/ 47 h 150"/>
                <a:gd name="T100" fmla="*/ 8 w 303"/>
                <a:gd name="T101" fmla="*/ 54 h 150"/>
                <a:gd name="T102" fmla="*/ 4 w 303"/>
                <a:gd name="T103" fmla="*/ 63 h 150"/>
                <a:gd name="T104" fmla="*/ 2 w 303"/>
                <a:gd name="T105" fmla="*/ 72 h 150"/>
                <a:gd name="T106" fmla="*/ 1 w 303"/>
                <a:gd name="T107" fmla="*/ 81 h 150"/>
                <a:gd name="T108" fmla="*/ 0 w 303"/>
                <a:gd name="T109" fmla="*/ 90 h 150"/>
                <a:gd name="T110" fmla="*/ 0 w 303"/>
                <a:gd name="T111" fmla="*/ 150 h 150"/>
                <a:gd name="T112" fmla="*/ 303 w 303"/>
                <a:gd name="T113" fmla="*/ 150 h 150"/>
                <a:gd name="T114" fmla="*/ 301 w 303"/>
                <a:gd name="T115" fmla="*/ 144 h 150"/>
                <a:gd name="T116" fmla="*/ 300 w 303"/>
                <a:gd name="T117" fmla="*/ 135 h 150"/>
                <a:gd name="T118" fmla="*/ 300 w 303"/>
                <a:gd name="T119" fmla="*/ 13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03" h="150">
                  <a:moveTo>
                    <a:pt x="195" y="105"/>
                  </a:moveTo>
                  <a:lnTo>
                    <a:pt x="165" y="105"/>
                  </a:lnTo>
                  <a:lnTo>
                    <a:pt x="162" y="105"/>
                  </a:lnTo>
                  <a:lnTo>
                    <a:pt x="160" y="104"/>
                  </a:lnTo>
                  <a:lnTo>
                    <a:pt x="157" y="103"/>
                  </a:lnTo>
                  <a:lnTo>
                    <a:pt x="155" y="101"/>
                  </a:lnTo>
                  <a:lnTo>
                    <a:pt x="153" y="98"/>
                  </a:lnTo>
                  <a:lnTo>
                    <a:pt x="151" y="96"/>
                  </a:lnTo>
                  <a:lnTo>
                    <a:pt x="151" y="93"/>
                  </a:lnTo>
                  <a:lnTo>
                    <a:pt x="150" y="90"/>
                  </a:lnTo>
                  <a:lnTo>
                    <a:pt x="151" y="88"/>
                  </a:lnTo>
                  <a:lnTo>
                    <a:pt x="151" y="85"/>
                  </a:lnTo>
                  <a:lnTo>
                    <a:pt x="153" y="82"/>
                  </a:lnTo>
                  <a:lnTo>
                    <a:pt x="155" y="80"/>
                  </a:lnTo>
                  <a:lnTo>
                    <a:pt x="157" y="78"/>
                  </a:lnTo>
                  <a:lnTo>
                    <a:pt x="160" y="77"/>
                  </a:lnTo>
                  <a:lnTo>
                    <a:pt x="162" y="76"/>
                  </a:lnTo>
                  <a:lnTo>
                    <a:pt x="165" y="75"/>
                  </a:lnTo>
                  <a:lnTo>
                    <a:pt x="195" y="75"/>
                  </a:lnTo>
                  <a:lnTo>
                    <a:pt x="199" y="76"/>
                  </a:lnTo>
                  <a:lnTo>
                    <a:pt x="202" y="77"/>
                  </a:lnTo>
                  <a:lnTo>
                    <a:pt x="204" y="78"/>
                  </a:lnTo>
                  <a:lnTo>
                    <a:pt x="206" y="80"/>
                  </a:lnTo>
                  <a:lnTo>
                    <a:pt x="208" y="82"/>
                  </a:lnTo>
                  <a:lnTo>
                    <a:pt x="209" y="85"/>
                  </a:lnTo>
                  <a:lnTo>
                    <a:pt x="210" y="88"/>
                  </a:lnTo>
                  <a:lnTo>
                    <a:pt x="210" y="90"/>
                  </a:lnTo>
                  <a:lnTo>
                    <a:pt x="210" y="93"/>
                  </a:lnTo>
                  <a:lnTo>
                    <a:pt x="209" y="96"/>
                  </a:lnTo>
                  <a:lnTo>
                    <a:pt x="208" y="98"/>
                  </a:lnTo>
                  <a:lnTo>
                    <a:pt x="206" y="101"/>
                  </a:lnTo>
                  <a:lnTo>
                    <a:pt x="204" y="103"/>
                  </a:lnTo>
                  <a:lnTo>
                    <a:pt x="202" y="104"/>
                  </a:lnTo>
                  <a:lnTo>
                    <a:pt x="199" y="105"/>
                  </a:lnTo>
                  <a:lnTo>
                    <a:pt x="195" y="105"/>
                  </a:lnTo>
                  <a:lnTo>
                    <a:pt x="195" y="105"/>
                  </a:lnTo>
                  <a:close/>
                  <a:moveTo>
                    <a:pt x="300" y="135"/>
                  </a:moveTo>
                  <a:lnTo>
                    <a:pt x="300" y="0"/>
                  </a:lnTo>
                  <a:lnTo>
                    <a:pt x="90" y="0"/>
                  </a:lnTo>
                  <a:lnTo>
                    <a:pt x="82" y="1"/>
                  </a:lnTo>
                  <a:lnTo>
                    <a:pt x="72" y="2"/>
                  </a:lnTo>
                  <a:lnTo>
                    <a:pt x="63" y="4"/>
                  </a:lnTo>
                  <a:lnTo>
                    <a:pt x="55" y="7"/>
                  </a:lnTo>
                  <a:lnTo>
                    <a:pt x="47" y="10"/>
                  </a:lnTo>
                  <a:lnTo>
                    <a:pt x="40" y="15"/>
                  </a:lnTo>
                  <a:lnTo>
                    <a:pt x="32" y="20"/>
                  </a:lnTo>
                  <a:lnTo>
                    <a:pt x="27" y="27"/>
                  </a:lnTo>
                  <a:lnTo>
                    <a:pt x="20" y="33"/>
                  </a:lnTo>
                  <a:lnTo>
                    <a:pt x="15" y="39"/>
                  </a:lnTo>
                  <a:lnTo>
                    <a:pt x="11" y="47"/>
                  </a:lnTo>
                  <a:lnTo>
                    <a:pt x="8" y="54"/>
                  </a:lnTo>
                  <a:lnTo>
                    <a:pt x="4" y="63"/>
                  </a:lnTo>
                  <a:lnTo>
                    <a:pt x="2" y="72"/>
                  </a:lnTo>
                  <a:lnTo>
                    <a:pt x="1" y="81"/>
                  </a:lnTo>
                  <a:lnTo>
                    <a:pt x="0" y="90"/>
                  </a:lnTo>
                  <a:lnTo>
                    <a:pt x="0" y="150"/>
                  </a:lnTo>
                  <a:lnTo>
                    <a:pt x="303" y="150"/>
                  </a:lnTo>
                  <a:lnTo>
                    <a:pt x="301" y="144"/>
                  </a:lnTo>
                  <a:lnTo>
                    <a:pt x="300" y="135"/>
                  </a:lnTo>
                  <a:lnTo>
                    <a:pt x="300" y="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3" name="Freeform 2024">
              <a:extLst>
                <a:ext uri="{FF2B5EF4-FFF2-40B4-BE49-F238E27FC236}">
                  <a16:creationId xmlns:a16="http://schemas.microsoft.com/office/drawing/2014/main" id="{A089C24C-3669-4556-BCE2-1150BE6C011A}"/>
                </a:ext>
              </a:extLst>
            </p:cNvPr>
            <p:cNvSpPr>
              <a:spLocks noEditPoints="1"/>
            </p:cNvSpPr>
            <p:nvPr/>
          </p:nvSpPr>
          <p:spPr bwMode="auto">
            <a:xfrm>
              <a:off x="6105525" y="2151063"/>
              <a:ext cx="142875" cy="47625"/>
            </a:xfrm>
            <a:custGeom>
              <a:avLst/>
              <a:gdLst>
                <a:gd name="T0" fmla="*/ 231 w 451"/>
                <a:gd name="T1" fmla="*/ 25 h 150"/>
                <a:gd name="T2" fmla="*/ 242 w 451"/>
                <a:gd name="T3" fmla="*/ 31 h 150"/>
                <a:gd name="T4" fmla="*/ 252 w 451"/>
                <a:gd name="T5" fmla="*/ 39 h 150"/>
                <a:gd name="T6" fmla="*/ 258 w 451"/>
                <a:gd name="T7" fmla="*/ 52 h 150"/>
                <a:gd name="T8" fmla="*/ 258 w 451"/>
                <a:gd name="T9" fmla="*/ 65 h 150"/>
                <a:gd name="T10" fmla="*/ 252 w 451"/>
                <a:gd name="T11" fmla="*/ 78 h 150"/>
                <a:gd name="T12" fmla="*/ 242 w 451"/>
                <a:gd name="T13" fmla="*/ 86 h 150"/>
                <a:gd name="T14" fmla="*/ 231 w 451"/>
                <a:gd name="T15" fmla="*/ 92 h 150"/>
                <a:gd name="T16" fmla="*/ 217 w 451"/>
                <a:gd name="T17" fmla="*/ 92 h 150"/>
                <a:gd name="T18" fmla="*/ 205 w 451"/>
                <a:gd name="T19" fmla="*/ 86 h 150"/>
                <a:gd name="T20" fmla="*/ 195 w 451"/>
                <a:gd name="T21" fmla="*/ 78 h 150"/>
                <a:gd name="T22" fmla="*/ 190 w 451"/>
                <a:gd name="T23" fmla="*/ 66 h 150"/>
                <a:gd name="T24" fmla="*/ 190 w 451"/>
                <a:gd name="T25" fmla="*/ 52 h 150"/>
                <a:gd name="T26" fmla="*/ 195 w 451"/>
                <a:gd name="T27" fmla="*/ 39 h 150"/>
                <a:gd name="T28" fmla="*/ 205 w 451"/>
                <a:gd name="T29" fmla="*/ 31 h 150"/>
                <a:gd name="T30" fmla="*/ 217 w 451"/>
                <a:gd name="T31" fmla="*/ 25 h 150"/>
                <a:gd name="T32" fmla="*/ 224 w 451"/>
                <a:gd name="T33" fmla="*/ 24 h 150"/>
                <a:gd name="T34" fmla="*/ 1 w 451"/>
                <a:gd name="T35" fmla="*/ 68 h 150"/>
                <a:gd name="T36" fmla="*/ 4 w 451"/>
                <a:gd name="T37" fmla="*/ 85 h 150"/>
                <a:gd name="T38" fmla="*/ 11 w 451"/>
                <a:gd name="T39" fmla="*/ 102 h 150"/>
                <a:gd name="T40" fmla="*/ 20 w 451"/>
                <a:gd name="T41" fmla="*/ 116 h 150"/>
                <a:gd name="T42" fmla="*/ 33 w 451"/>
                <a:gd name="T43" fmla="*/ 129 h 150"/>
                <a:gd name="T44" fmla="*/ 47 w 451"/>
                <a:gd name="T45" fmla="*/ 139 h 150"/>
                <a:gd name="T46" fmla="*/ 63 w 451"/>
                <a:gd name="T47" fmla="*/ 145 h 150"/>
                <a:gd name="T48" fmla="*/ 82 w 451"/>
                <a:gd name="T49" fmla="*/ 149 h 150"/>
                <a:gd name="T50" fmla="*/ 360 w 451"/>
                <a:gd name="T51" fmla="*/ 150 h 150"/>
                <a:gd name="T52" fmla="*/ 379 w 451"/>
                <a:gd name="T53" fmla="*/ 148 h 150"/>
                <a:gd name="T54" fmla="*/ 395 w 451"/>
                <a:gd name="T55" fmla="*/ 143 h 150"/>
                <a:gd name="T56" fmla="*/ 409 w 451"/>
                <a:gd name="T57" fmla="*/ 135 h 150"/>
                <a:gd name="T58" fmla="*/ 422 w 451"/>
                <a:gd name="T59" fmla="*/ 124 h 150"/>
                <a:gd name="T60" fmla="*/ 433 w 451"/>
                <a:gd name="T61" fmla="*/ 111 h 150"/>
                <a:gd name="T62" fmla="*/ 442 w 451"/>
                <a:gd name="T63" fmla="*/ 96 h 150"/>
                <a:gd name="T64" fmla="*/ 447 w 451"/>
                <a:gd name="T65" fmla="*/ 79 h 150"/>
                <a:gd name="T66" fmla="*/ 451 w 451"/>
                <a:gd name="T67" fmla="*/ 60 h 150"/>
                <a:gd name="T68" fmla="*/ 0 w 451"/>
                <a:gd name="T69"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51" h="150">
                  <a:moveTo>
                    <a:pt x="224" y="24"/>
                  </a:moveTo>
                  <a:lnTo>
                    <a:pt x="231" y="25"/>
                  </a:lnTo>
                  <a:lnTo>
                    <a:pt x="237" y="27"/>
                  </a:lnTo>
                  <a:lnTo>
                    <a:pt x="242" y="31"/>
                  </a:lnTo>
                  <a:lnTo>
                    <a:pt x="248" y="35"/>
                  </a:lnTo>
                  <a:lnTo>
                    <a:pt x="252" y="39"/>
                  </a:lnTo>
                  <a:lnTo>
                    <a:pt x="255" y="46"/>
                  </a:lnTo>
                  <a:lnTo>
                    <a:pt x="258" y="52"/>
                  </a:lnTo>
                  <a:lnTo>
                    <a:pt x="258" y="59"/>
                  </a:lnTo>
                  <a:lnTo>
                    <a:pt x="258" y="65"/>
                  </a:lnTo>
                  <a:lnTo>
                    <a:pt x="255" y="71"/>
                  </a:lnTo>
                  <a:lnTo>
                    <a:pt x="252" y="78"/>
                  </a:lnTo>
                  <a:lnTo>
                    <a:pt x="248" y="83"/>
                  </a:lnTo>
                  <a:lnTo>
                    <a:pt x="242" y="86"/>
                  </a:lnTo>
                  <a:lnTo>
                    <a:pt x="237" y="90"/>
                  </a:lnTo>
                  <a:lnTo>
                    <a:pt x="231" y="92"/>
                  </a:lnTo>
                  <a:lnTo>
                    <a:pt x="224" y="93"/>
                  </a:lnTo>
                  <a:lnTo>
                    <a:pt x="217" y="92"/>
                  </a:lnTo>
                  <a:lnTo>
                    <a:pt x="210" y="90"/>
                  </a:lnTo>
                  <a:lnTo>
                    <a:pt x="205" y="86"/>
                  </a:lnTo>
                  <a:lnTo>
                    <a:pt x="200" y="83"/>
                  </a:lnTo>
                  <a:lnTo>
                    <a:pt x="195" y="78"/>
                  </a:lnTo>
                  <a:lnTo>
                    <a:pt x="192" y="71"/>
                  </a:lnTo>
                  <a:lnTo>
                    <a:pt x="190" y="66"/>
                  </a:lnTo>
                  <a:lnTo>
                    <a:pt x="190" y="59"/>
                  </a:lnTo>
                  <a:lnTo>
                    <a:pt x="190" y="52"/>
                  </a:lnTo>
                  <a:lnTo>
                    <a:pt x="192" y="46"/>
                  </a:lnTo>
                  <a:lnTo>
                    <a:pt x="195" y="39"/>
                  </a:lnTo>
                  <a:lnTo>
                    <a:pt x="200" y="35"/>
                  </a:lnTo>
                  <a:lnTo>
                    <a:pt x="205" y="31"/>
                  </a:lnTo>
                  <a:lnTo>
                    <a:pt x="210" y="27"/>
                  </a:lnTo>
                  <a:lnTo>
                    <a:pt x="217" y="25"/>
                  </a:lnTo>
                  <a:lnTo>
                    <a:pt x="224" y="24"/>
                  </a:lnTo>
                  <a:lnTo>
                    <a:pt x="224" y="24"/>
                  </a:lnTo>
                  <a:close/>
                  <a:moveTo>
                    <a:pt x="0" y="59"/>
                  </a:moveTo>
                  <a:lnTo>
                    <a:pt x="1" y="68"/>
                  </a:lnTo>
                  <a:lnTo>
                    <a:pt x="2" y="77"/>
                  </a:lnTo>
                  <a:lnTo>
                    <a:pt x="4" y="85"/>
                  </a:lnTo>
                  <a:lnTo>
                    <a:pt x="8" y="94"/>
                  </a:lnTo>
                  <a:lnTo>
                    <a:pt x="11" y="102"/>
                  </a:lnTo>
                  <a:lnTo>
                    <a:pt x="16" y="109"/>
                  </a:lnTo>
                  <a:lnTo>
                    <a:pt x="20" y="116"/>
                  </a:lnTo>
                  <a:lnTo>
                    <a:pt x="27" y="123"/>
                  </a:lnTo>
                  <a:lnTo>
                    <a:pt x="33" y="129"/>
                  </a:lnTo>
                  <a:lnTo>
                    <a:pt x="40" y="134"/>
                  </a:lnTo>
                  <a:lnTo>
                    <a:pt x="47" y="139"/>
                  </a:lnTo>
                  <a:lnTo>
                    <a:pt x="56" y="142"/>
                  </a:lnTo>
                  <a:lnTo>
                    <a:pt x="63" y="145"/>
                  </a:lnTo>
                  <a:lnTo>
                    <a:pt x="72" y="148"/>
                  </a:lnTo>
                  <a:lnTo>
                    <a:pt x="82" y="149"/>
                  </a:lnTo>
                  <a:lnTo>
                    <a:pt x="90" y="150"/>
                  </a:lnTo>
                  <a:lnTo>
                    <a:pt x="360" y="150"/>
                  </a:lnTo>
                  <a:lnTo>
                    <a:pt x="370" y="149"/>
                  </a:lnTo>
                  <a:lnTo>
                    <a:pt x="379" y="148"/>
                  </a:lnTo>
                  <a:lnTo>
                    <a:pt x="386" y="145"/>
                  </a:lnTo>
                  <a:lnTo>
                    <a:pt x="395" y="143"/>
                  </a:lnTo>
                  <a:lnTo>
                    <a:pt x="402" y="139"/>
                  </a:lnTo>
                  <a:lnTo>
                    <a:pt x="409" y="135"/>
                  </a:lnTo>
                  <a:lnTo>
                    <a:pt x="415" y="130"/>
                  </a:lnTo>
                  <a:lnTo>
                    <a:pt x="422" y="124"/>
                  </a:lnTo>
                  <a:lnTo>
                    <a:pt x="428" y="117"/>
                  </a:lnTo>
                  <a:lnTo>
                    <a:pt x="433" y="111"/>
                  </a:lnTo>
                  <a:lnTo>
                    <a:pt x="438" y="104"/>
                  </a:lnTo>
                  <a:lnTo>
                    <a:pt x="442" y="96"/>
                  </a:lnTo>
                  <a:lnTo>
                    <a:pt x="445" y="87"/>
                  </a:lnTo>
                  <a:lnTo>
                    <a:pt x="447" y="79"/>
                  </a:lnTo>
                  <a:lnTo>
                    <a:pt x="449" y="69"/>
                  </a:lnTo>
                  <a:lnTo>
                    <a:pt x="451" y="60"/>
                  </a:lnTo>
                  <a:lnTo>
                    <a:pt x="451" y="0"/>
                  </a:lnTo>
                  <a:lnTo>
                    <a:pt x="0" y="0"/>
                  </a:lnTo>
                  <a:lnTo>
                    <a:pt x="0" y="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4" name="Freeform 2025">
              <a:extLst>
                <a:ext uri="{FF2B5EF4-FFF2-40B4-BE49-F238E27FC236}">
                  <a16:creationId xmlns:a16="http://schemas.microsoft.com/office/drawing/2014/main" id="{AD44BCFE-381C-4084-BB3E-AC4E2D2DE4A0}"/>
                </a:ext>
              </a:extLst>
            </p:cNvPr>
            <p:cNvSpPr>
              <a:spLocks/>
            </p:cNvSpPr>
            <p:nvPr/>
          </p:nvSpPr>
          <p:spPr bwMode="auto">
            <a:xfrm>
              <a:off x="6105525" y="2017713"/>
              <a:ext cx="142875" cy="123825"/>
            </a:xfrm>
            <a:custGeom>
              <a:avLst/>
              <a:gdLst>
                <a:gd name="T0" fmla="*/ 318 w 451"/>
                <a:gd name="T1" fmla="*/ 0 h 390"/>
                <a:gd name="T2" fmla="*/ 30 w 451"/>
                <a:gd name="T3" fmla="*/ 0 h 390"/>
                <a:gd name="T4" fmla="*/ 0 w 451"/>
                <a:gd name="T5" fmla="*/ 0 h 390"/>
                <a:gd name="T6" fmla="*/ 0 w 451"/>
                <a:gd name="T7" fmla="*/ 390 h 390"/>
                <a:gd name="T8" fmla="*/ 451 w 451"/>
                <a:gd name="T9" fmla="*/ 390 h 390"/>
                <a:gd name="T10" fmla="*/ 451 w 451"/>
                <a:gd name="T11" fmla="*/ 30 h 390"/>
                <a:gd name="T12" fmla="*/ 375 w 451"/>
                <a:gd name="T13" fmla="*/ 30 h 390"/>
                <a:gd name="T14" fmla="*/ 367 w 451"/>
                <a:gd name="T15" fmla="*/ 29 h 390"/>
                <a:gd name="T16" fmla="*/ 359 w 451"/>
                <a:gd name="T17" fmla="*/ 27 h 390"/>
                <a:gd name="T18" fmla="*/ 351 w 451"/>
                <a:gd name="T19" fmla="*/ 25 h 390"/>
                <a:gd name="T20" fmla="*/ 343 w 451"/>
                <a:gd name="T21" fmla="*/ 21 h 390"/>
                <a:gd name="T22" fmla="*/ 336 w 451"/>
                <a:gd name="T23" fmla="*/ 17 h 390"/>
                <a:gd name="T24" fmla="*/ 329 w 451"/>
                <a:gd name="T25" fmla="*/ 12 h 390"/>
                <a:gd name="T26" fmla="*/ 323 w 451"/>
                <a:gd name="T27" fmla="*/ 6 h 390"/>
                <a:gd name="T28" fmla="*/ 318 w 451"/>
                <a:gd name="T29" fmla="*/ 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1" h="390">
                  <a:moveTo>
                    <a:pt x="318" y="0"/>
                  </a:moveTo>
                  <a:lnTo>
                    <a:pt x="30" y="0"/>
                  </a:lnTo>
                  <a:lnTo>
                    <a:pt x="0" y="0"/>
                  </a:lnTo>
                  <a:lnTo>
                    <a:pt x="0" y="390"/>
                  </a:lnTo>
                  <a:lnTo>
                    <a:pt x="451" y="390"/>
                  </a:lnTo>
                  <a:lnTo>
                    <a:pt x="451" y="30"/>
                  </a:lnTo>
                  <a:lnTo>
                    <a:pt x="375" y="30"/>
                  </a:lnTo>
                  <a:lnTo>
                    <a:pt x="367" y="29"/>
                  </a:lnTo>
                  <a:lnTo>
                    <a:pt x="359" y="27"/>
                  </a:lnTo>
                  <a:lnTo>
                    <a:pt x="351" y="25"/>
                  </a:lnTo>
                  <a:lnTo>
                    <a:pt x="343" y="21"/>
                  </a:lnTo>
                  <a:lnTo>
                    <a:pt x="336" y="17"/>
                  </a:lnTo>
                  <a:lnTo>
                    <a:pt x="329" y="12"/>
                  </a:lnTo>
                  <a:lnTo>
                    <a:pt x="323" y="6"/>
                  </a:lnTo>
                  <a:lnTo>
                    <a:pt x="3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5" name="Freeform 2026">
              <a:extLst>
                <a:ext uri="{FF2B5EF4-FFF2-40B4-BE49-F238E27FC236}">
                  <a16:creationId xmlns:a16="http://schemas.microsoft.com/office/drawing/2014/main" id="{53FDEEB6-B7E5-4317-BF5C-105279C6C66B}"/>
                </a:ext>
              </a:extLst>
            </p:cNvPr>
            <p:cNvSpPr>
              <a:spLocks noEditPoints="1"/>
            </p:cNvSpPr>
            <p:nvPr/>
          </p:nvSpPr>
          <p:spPr bwMode="auto">
            <a:xfrm>
              <a:off x="6210300" y="1922463"/>
              <a:ext cx="173038" cy="127000"/>
            </a:xfrm>
            <a:custGeom>
              <a:avLst/>
              <a:gdLst>
                <a:gd name="T0" fmla="*/ 360 w 542"/>
                <a:gd name="T1" fmla="*/ 172 h 400"/>
                <a:gd name="T2" fmla="*/ 351 w 542"/>
                <a:gd name="T3" fmla="*/ 166 h 400"/>
                <a:gd name="T4" fmla="*/ 348 w 542"/>
                <a:gd name="T5" fmla="*/ 155 h 400"/>
                <a:gd name="T6" fmla="*/ 351 w 542"/>
                <a:gd name="T7" fmla="*/ 144 h 400"/>
                <a:gd name="T8" fmla="*/ 360 w 542"/>
                <a:gd name="T9" fmla="*/ 138 h 400"/>
                <a:gd name="T10" fmla="*/ 372 w 542"/>
                <a:gd name="T11" fmla="*/ 137 h 400"/>
                <a:gd name="T12" fmla="*/ 381 w 542"/>
                <a:gd name="T13" fmla="*/ 142 h 400"/>
                <a:gd name="T14" fmla="*/ 385 w 542"/>
                <a:gd name="T15" fmla="*/ 152 h 400"/>
                <a:gd name="T16" fmla="*/ 384 w 542"/>
                <a:gd name="T17" fmla="*/ 163 h 400"/>
                <a:gd name="T18" fmla="*/ 378 w 542"/>
                <a:gd name="T19" fmla="*/ 171 h 400"/>
                <a:gd name="T20" fmla="*/ 367 w 542"/>
                <a:gd name="T21" fmla="*/ 174 h 400"/>
                <a:gd name="T22" fmla="*/ 269 w 542"/>
                <a:gd name="T23" fmla="*/ 174 h 400"/>
                <a:gd name="T24" fmla="*/ 259 w 542"/>
                <a:gd name="T25" fmla="*/ 169 h 400"/>
                <a:gd name="T26" fmla="*/ 254 w 542"/>
                <a:gd name="T27" fmla="*/ 159 h 400"/>
                <a:gd name="T28" fmla="*/ 256 w 542"/>
                <a:gd name="T29" fmla="*/ 148 h 400"/>
                <a:gd name="T30" fmla="*/ 262 w 542"/>
                <a:gd name="T31" fmla="*/ 140 h 400"/>
                <a:gd name="T32" fmla="*/ 273 w 542"/>
                <a:gd name="T33" fmla="*/ 137 h 400"/>
                <a:gd name="T34" fmla="*/ 284 w 542"/>
                <a:gd name="T35" fmla="*/ 140 h 400"/>
                <a:gd name="T36" fmla="*/ 290 w 542"/>
                <a:gd name="T37" fmla="*/ 148 h 400"/>
                <a:gd name="T38" fmla="*/ 291 w 542"/>
                <a:gd name="T39" fmla="*/ 159 h 400"/>
                <a:gd name="T40" fmla="*/ 286 w 542"/>
                <a:gd name="T41" fmla="*/ 169 h 400"/>
                <a:gd name="T42" fmla="*/ 276 w 542"/>
                <a:gd name="T43" fmla="*/ 174 h 400"/>
                <a:gd name="T44" fmla="*/ 177 w 542"/>
                <a:gd name="T45" fmla="*/ 174 h 400"/>
                <a:gd name="T46" fmla="*/ 168 w 542"/>
                <a:gd name="T47" fmla="*/ 171 h 400"/>
                <a:gd name="T48" fmla="*/ 160 w 542"/>
                <a:gd name="T49" fmla="*/ 163 h 400"/>
                <a:gd name="T50" fmla="*/ 159 w 542"/>
                <a:gd name="T51" fmla="*/ 152 h 400"/>
                <a:gd name="T52" fmla="*/ 165 w 542"/>
                <a:gd name="T53" fmla="*/ 142 h 400"/>
                <a:gd name="T54" fmla="*/ 174 w 542"/>
                <a:gd name="T55" fmla="*/ 137 h 400"/>
                <a:gd name="T56" fmla="*/ 185 w 542"/>
                <a:gd name="T57" fmla="*/ 138 h 400"/>
                <a:gd name="T58" fmla="*/ 193 w 542"/>
                <a:gd name="T59" fmla="*/ 144 h 400"/>
                <a:gd name="T60" fmla="*/ 197 w 542"/>
                <a:gd name="T61" fmla="*/ 155 h 400"/>
                <a:gd name="T62" fmla="*/ 193 w 542"/>
                <a:gd name="T63" fmla="*/ 166 h 400"/>
                <a:gd name="T64" fmla="*/ 185 w 542"/>
                <a:gd name="T65" fmla="*/ 173 h 400"/>
                <a:gd name="T66" fmla="*/ 177 w 542"/>
                <a:gd name="T67" fmla="*/ 174 h 400"/>
                <a:gd name="T68" fmla="*/ 37 w 542"/>
                <a:gd name="T69" fmla="*/ 1 h 400"/>
                <a:gd name="T70" fmla="*/ 14 w 542"/>
                <a:gd name="T71" fmla="*/ 14 h 400"/>
                <a:gd name="T72" fmla="*/ 2 w 542"/>
                <a:gd name="T73" fmla="*/ 36 h 400"/>
                <a:gd name="T74" fmla="*/ 2 w 542"/>
                <a:gd name="T75" fmla="*/ 264 h 400"/>
                <a:gd name="T76" fmla="*/ 14 w 542"/>
                <a:gd name="T77" fmla="*/ 287 h 400"/>
                <a:gd name="T78" fmla="*/ 37 w 542"/>
                <a:gd name="T79" fmla="*/ 300 h 400"/>
                <a:gd name="T80" fmla="*/ 91 w 542"/>
                <a:gd name="T81" fmla="*/ 301 h 400"/>
                <a:gd name="T82" fmla="*/ 172 w 542"/>
                <a:gd name="T83" fmla="*/ 302 h 400"/>
                <a:gd name="T84" fmla="*/ 178 w 542"/>
                <a:gd name="T85" fmla="*/ 307 h 400"/>
                <a:gd name="T86" fmla="*/ 182 w 542"/>
                <a:gd name="T87" fmla="*/ 316 h 400"/>
                <a:gd name="T88" fmla="*/ 280 w 542"/>
                <a:gd name="T89" fmla="*/ 303 h 400"/>
                <a:gd name="T90" fmla="*/ 288 w 542"/>
                <a:gd name="T91" fmla="*/ 301 h 400"/>
                <a:gd name="T92" fmla="*/ 513 w 542"/>
                <a:gd name="T93" fmla="*/ 297 h 400"/>
                <a:gd name="T94" fmla="*/ 533 w 542"/>
                <a:gd name="T95" fmla="*/ 280 h 400"/>
                <a:gd name="T96" fmla="*/ 542 w 542"/>
                <a:gd name="T97" fmla="*/ 255 h 400"/>
                <a:gd name="T98" fmla="*/ 538 w 542"/>
                <a:gd name="T99" fmla="*/ 29 h 400"/>
                <a:gd name="T100" fmla="*/ 522 w 542"/>
                <a:gd name="T101" fmla="*/ 8 h 400"/>
                <a:gd name="T102" fmla="*/ 497 w 542"/>
                <a:gd name="T103" fmla="*/ 0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42" h="400">
                  <a:moveTo>
                    <a:pt x="367" y="174"/>
                  </a:moveTo>
                  <a:lnTo>
                    <a:pt x="364" y="174"/>
                  </a:lnTo>
                  <a:lnTo>
                    <a:pt x="360" y="172"/>
                  </a:lnTo>
                  <a:lnTo>
                    <a:pt x="357" y="171"/>
                  </a:lnTo>
                  <a:lnTo>
                    <a:pt x="354" y="169"/>
                  </a:lnTo>
                  <a:lnTo>
                    <a:pt x="351" y="166"/>
                  </a:lnTo>
                  <a:lnTo>
                    <a:pt x="350" y="163"/>
                  </a:lnTo>
                  <a:lnTo>
                    <a:pt x="349" y="159"/>
                  </a:lnTo>
                  <a:lnTo>
                    <a:pt x="348" y="155"/>
                  </a:lnTo>
                  <a:lnTo>
                    <a:pt x="349" y="152"/>
                  </a:lnTo>
                  <a:lnTo>
                    <a:pt x="350" y="148"/>
                  </a:lnTo>
                  <a:lnTo>
                    <a:pt x="351" y="144"/>
                  </a:lnTo>
                  <a:lnTo>
                    <a:pt x="354" y="142"/>
                  </a:lnTo>
                  <a:lnTo>
                    <a:pt x="357" y="140"/>
                  </a:lnTo>
                  <a:lnTo>
                    <a:pt x="360" y="138"/>
                  </a:lnTo>
                  <a:lnTo>
                    <a:pt x="364" y="137"/>
                  </a:lnTo>
                  <a:lnTo>
                    <a:pt x="367" y="137"/>
                  </a:lnTo>
                  <a:lnTo>
                    <a:pt x="372" y="137"/>
                  </a:lnTo>
                  <a:lnTo>
                    <a:pt x="375" y="138"/>
                  </a:lnTo>
                  <a:lnTo>
                    <a:pt x="378" y="140"/>
                  </a:lnTo>
                  <a:lnTo>
                    <a:pt x="381" y="142"/>
                  </a:lnTo>
                  <a:lnTo>
                    <a:pt x="383" y="144"/>
                  </a:lnTo>
                  <a:lnTo>
                    <a:pt x="384" y="148"/>
                  </a:lnTo>
                  <a:lnTo>
                    <a:pt x="385" y="152"/>
                  </a:lnTo>
                  <a:lnTo>
                    <a:pt x="387" y="155"/>
                  </a:lnTo>
                  <a:lnTo>
                    <a:pt x="385" y="159"/>
                  </a:lnTo>
                  <a:lnTo>
                    <a:pt x="384" y="163"/>
                  </a:lnTo>
                  <a:lnTo>
                    <a:pt x="383" y="166"/>
                  </a:lnTo>
                  <a:lnTo>
                    <a:pt x="381" y="169"/>
                  </a:lnTo>
                  <a:lnTo>
                    <a:pt x="378" y="171"/>
                  </a:lnTo>
                  <a:lnTo>
                    <a:pt x="375" y="173"/>
                  </a:lnTo>
                  <a:lnTo>
                    <a:pt x="372" y="174"/>
                  </a:lnTo>
                  <a:lnTo>
                    <a:pt x="367" y="174"/>
                  </a:lnTo>
                  <a:lnTo>
                    <a:pt x="367" y="174"/>
                  </a:lnTo>
                  <a:close/>
                  <a:moveTo>
                    <a:pt x="273" y="174"/>
                  </a:moveTo>
                  <a:lnTo>
                    <a:pt x="269" y="174"/>
                  </a:lnTo>
                  <a:lnTo>
                    <a:pt x="265" y="172"/>
                  </a:lnTo>
                  <a:lnTo>
                    <a:pt x="262" y="171"/>
                  </a:lnTo>
                  <a:lnTo>
                    <a:pt x="259" y="169"/>
                  </a:lnTo>
                  <a:lnTo>
                    <a:pt x="257" y="166"/>
                  </a:lnTo>
                  <a:lnTo>
                    <a:pt x="256" y="163"/>
                  </a:lnTo>
                  <a:lnTo>
                    <a:pt x="254" y="159"/>
                  </a:lnTo>
                  <a:lnTo>
                    <a:pt x="254" y="155"/>
                  </a:lnTo>
                  <a:lnTo>
                    <a:pt x="254" y="152"/>
                  </a:lnTo>
                  <a:lnTo>
                    <a:pt x="256" y="148"/>
                  </a:lnTo>
                  <a:lnTo>
                    <a:pt x="257" y="144"/>
                  </a:lnTo>
                  <a:lnTo>
                    <a:pt x="259" y="142"/>
                  </a:lnTo>
                  <a:lnTo>
                    <a:pt x="262" y="140"/>
                  </a:lnTo>
                  <a:lnTo>
                    <a:pt x="265" y="138"/>
                  </a:lnTo>
                  <a:lnTo>
                    <a:pt x="269" y="137"/>
                  </a:lnTo>
                  <a:lnTo>
                    <a:pt x="273" y="137"/>
                  </a:lnTo>
                  <a:lnTo>
                    <a:pt x="276" y="137"/>
                  </a:lnTo>
                  <a:lnTo>
                    <a:pt x="280" y="138"/>
                  </a:lnTo>
                  <a:lnTo>
                    <a:pt x="284" y="140"/>
                  </a:lnTo>
                  <a:lnTo>
                    <a:pt x="286" y="142"/>
                  </a:lnTo>
                  <a:lnTo>
                    <a:pt x="288" y="144"/>
                  </a:lnTo>
                  <a:lnTo>
                    <a:pt x="290" y="148"/>
                  </a:lnTo>
                  <a:lnTo>
                    <a:pt x="291" y="152"/>
                  </a:lnTo>
                  <a:lnTo>
                    <a:pt x="291" y="155"/>
                  </a:lnTo>
                  <a:lnTo>
                    <a:pt x="291" y="159"/>
                  </a:lnTo>
                  <a:lnTo>
                    <a:pt x="290" y="163"/>
                  </a:lnTo>
                  <a:lnTo>
                    <a:pt x="288" y="166"/>
                  </a:lnTo>
                  <a:lnTo>
                    <a:pt x="286" y="169"/>
                  </a:lnTo>
                  <a:lnTo>
                    <a:pt x="284" y="171"/>
                  </a:lnTo>
                  <a:lnTo>
                    <a:pt x="280" y="173"/>
                  </a:lnTo>
                  <a:lnTo>
                    <a:pt x="276" y="174"/>
                  </a:lnTo>
                  <a:lnTo>
                    <a:pt x="273" y="174"/>
                  </a:lnTo>
                  <a:lnTo>
                    <a:pt x="273" y="174"/>
                  </a:lnTo>
                  <a:close/>
                  <a:moveTo>
                    <a:pt x="177" y="174"/>
                  </a:moveTo>
                  <a:lnTo>
                    <a:pt x="174" y="174"/>
                  </a:lnTo>
                  <a:lnTo>
                    <a:pt x="171" y="172"/>
                  </a:lnTo>
                  <a:lnTo>
                    <a:pt x="168" y="171"/>
                  </a:lnTo>
                  <a:lnTo>
                    <a:pt x="165" y="169"/>
                  </a:lnTo>
                  <a:lnTo>
                    <a:pt x="162" y="166"/>
                  </a:lnTo>
                  <a:lnTo>
                    <a:pt x="160" y="163"/>
                  </a:lnTo>
                  <a:lnTo>
                    <a:pt x="159" y="159"/>
                  </a:lnTo>
                  <a:lnTo>
                    <a:pt x="159" y="155"/>
                  </a:lnTo>
                  <a:lnTo>
                    <a:pt x="159" y="152"/>
                  </a:lnTo>
                  <a:lnTo>
                    <a:pt x="160" y="148"/>
                  </a:lnTo>
                  <a:lnTo>
                    <a:pt x="162" y="144"/>
                  </a:lnTo>
                  <a:lnTo>
                    <a:pt x="165" y="142"/>
                  </a:lnTo>
                  <a:lnTo>
                    <a:pt x="168" y="140"/>
                  </a:lnTo>
                  <a:lnTo>
                    <a:pt x="171" y="138"/>
                  </a:lnTo>
                  <a:lnTo>
                    <a:pt x="174" y="137"/>
                  </a:lnTo>
                  <a:lnTo>
                    <a:pt x="177" y="137"/>
                  </a:lnTo>
                  <a:lnTo>
                    <a:pt x="182" y="137"/>
                  </a:lnTo>
                  <a:lnTo>
                    <a:pt x="185" y="138"/>
                  </a:lnTo>
                  <a:lnTo>
                    <a:pt x="188" y="140"/>
                  </a:lnTo>
                  <a:lnTo>
                    <a:pt x="191" y="142"/>
                  </a:lnTo>
                  <a:lnTo>
                    <a:pt x="193" y="144"/>
                  </a:lnTo>
                  <a:lnTo>
                    <a:pt x="196" y="148"/>
                  </a:lnTo>
                  <a:lnTo>
                    <a:pt x="197" y="152"/>
                  </a:lnTo>
                  <a:lnTo>
                    <a:pt x="197" y="155"/>
                  </a:lnTo>
                  <a:lnTo>
                    <a:pt x="197" y="159"/>
                  </a:lnTo>
                  <a:lnTo>
                    <a:pt x="196" y="163"/>
                  </a:lnTo>
                  <a:lnTo>
                    <a:pt x="193" y="166"/>
                  </a:lnTo>
                  <a:lnTo>
                    <a:pt x="191" y="169"/>
                  </a:lnTo>
                  <a:lnTo>
                    <a:pt x="188" y="171"/>
                  </a:lnTo>
                  <a:lnTo>
                    <a:pt x="185" y="173"/>
                  </a:lnTo>
                  <a:lnTo>
                    <a:pt x="182" y="174"/>
                  </a:lnTo>
                  <a:lnTo>
                    <a:pt x="177" y="174"/>
                  </a:lnTo>
                  <a:lnTo>
                    <a:pt x="177" y="174"/>
                  </a:lnTo>
                  <a:close/>
                  <a:moveTo>
                    <a:pt x="497" y="0"/>
                  </a:moveTo>
                  <a:lnTo>
                    <a:pt x="45" y="0"/>
                  </a:lnTo>
                  <a:lnTo>
                    <a:pt x="37" y="1"/>
                  </a:lnTo>
                  <a:lnTo>
                    <a:pt x="29" y="4"/>
                  </a:lnTo>
                  <a:lnTo>
                    <a:pt x="22" y="8"/>
                  </a:lnTo>
                  <a:lnTo>
                    <a:pt x="14" y="14"/>
                  </a:lnTo>
                  <a:lnTo>
                    <a:pt x="9" y="21"/>
                  </a:lnTo>
                  <a:lnTo>
                    <a:pt x="5" y="29"/>
                  </a:lnTo>
                  <a:lnTo>
                    <a:pt x="2" y="36"/>
                  </a:lnTo>
                  <a:lnTo>
                    <a:pt x="0" y="45"/>
                  </a:lnTo>
                  <a:lnTo>
                    <a:pt x="0" y="255"/>
                  </a:lnTo>
                  <a:lnTo>
                    <a:pt x="2" y="264"/>
                  </a:lnTo>
                  <a:lnTo>
                    <a:pt x="5" y="272"/>
                  </a:lnTo>
                  <a:lnTo>
                    <a:pt x="9" y="280"/>
                  </a:lnTo>
                  <a:lnTo>
                    <a:pt x="14" y="287"/>
                  </a:lnTo>
                  <a:lnTo>
                    <a:pt x="22" y="292"/>
                  </a:lnTo>
                  <a:lnTo>
                    <a:pt x="29" y="297"/>
                  </a:lnTo>
                  <a:lnTo>
                    <a:pt x="37" y="300"/>
                  </a:lnTo>
                  <a:lnTo>
                    <a:pt x="45" y="301"/>
                  </a:lnTo>
                  <a:lnTo>
                    <a:pt x="76" y="301"/>
                  </a:lnTo>
                  <a:lnTo>
                    <a:pt x="91" y="301"/>
                  </a:lnTo>
                  <a:lnTo>
                    <a:pt x="167" y="301"/>
                  </a:lnTo>
                  <a:lnTo>
                    <a:pt x="169" y="301"/>
                  </a:lnTo>
                  <a:lnTo>
                    <a:pt x="172" y="302"/>
                  </a:lnTo>
                  <a:lnTo>
                    <a:pt x="174" y="303"/>
                  </a:lnTo>
                  <a:lnTo>
                    <a:pt x="176" y="305"/>
                  </a:lnTo>
                  <a:lnTo>
                    <a:pt x="178" y="307"/>
                  </a:lnTo>
                  <a:lnTo>
                    <a:pt x="180" y="310"/>
                  </a:lnTo>
                  <a:lnTo>
                    <a:pt x="181" y="313"/>
                  </a:lnTo>
                  <a:lnTo>
                    <a:pt x="182" y="316"/>
                  </a:lnTo>
                  <a:lnTo>
                    <a:pt x="182" y="400"/>
                  </a:lnTo>
                  <a:lnTo>
                    <a:pt x="278" y="305"/>
                  </a:lnTo>
                  <a:lnTo>
                    <a:pt x="280" y="303"/>
                  </a:lnTo>
                  <a:lnTo>
                    <a:pt x="283" y="302"/>
                  </a:lnTo>
                  <a:lnTo>
                    <a:pt x="286" y="301"/>
                  </a:lnTo>
                  <a:lnTo>
                    <a:pt x="288" y="301"/>
                  </a:lnTo>
                  <a:lnTo>
                    <a:pt x="497" y="301"/>
                  </a:lnTo>
                  <a:lnTo>
                    <a:pt x="506" y="300"/>
                  </a:lnTo>
                  <a:lnTo>
                    <a:pt x="513" y="297"/>
                  </a:lnTo>
                  <a:lnTo>
                    <a:pt x="522" y="292"/>
                  </a:lnTo>
                  <a:lnTo>
                    <a:pt x="528" y="287"/>
                  </a:lnTo>
                  <a:lnTo>
                    <a:pt x="533" y="280"/>
                  </a:lnTo>
                  <a:lnTo>
                    <a:pt x="538" y="272"/>
                  </a:lnTo>
                  <a:lnTo>
                    <a:pt x="541" y="264"/>
                  </a:lnTo>
                  <a:lnTo>
                    <a:pt x="542" y="255"/>
                  </a:lnTo>
                  <a:lnTo>
                    <a:pt x="542" y="45"/>
                  </a:lnTo>
                  <a:lnTo>
                    <a:pt x="541" y="36"/>
                  </a:lnTo>
                  <a:lnTo>
                    <a:pt x="538" y="29"/>
                  </a:lnTo>
                  <a:lnTo>
                    <a:pt x="533" y="21"/>
                  </a:lnTo>
                  <a:lnTo>
                    <a:pt x="528" y="14"/>
                  </a:lnTo>
                  <a:lnTo>
                    <a:pt x="522" y="8"/>
                  </a:lnTo>
                  <a:lnTo>
                    <a:pt x="513" y="4"/>
                  </a:lnTo>
                  <a:lnTo>
                    <a:pt x="506" y="1"/>
                  </a:lnTo>
                  <a:lnTo>
                    <a:pt x="497" y="0"/>
                  </a:lnTo>
                  <a:lnTo>
                    <a:pt x="49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6" name="Group 105" descr="Icon of paper. ">
            <a:extLst>
              <a:ext uri="{FF2B5EF4-FFF2-40B4-BE49-F238E27FC236}">
                <a16:creationId xmlns:a16="http://schemas.microsoft.com/office/drawing/2014/main" id="{5A7B4376-F48C-4D8D-B85C-E30B7B3E6434}"/>
              </a:ext>
            </a:extLst>
          </p:cNvPr>
          <p:cNvGrpSpPr/>
          <p:nvPr/>
        </p:nvGrpSpPr>
        <p:grpSpPr>
          <a:xfrm>
            <a:off x="8841182" y="1368977"/>
            <a:ext cx="220663" cy="285750"/>
            <a:chOff x="4926013" y="796925"/>
            <a:chExt cx="220663" cy="285750"/>
          </a:xfrm>
          <a:solidFill>
            <a:schemeClr val="bg1"/>
          </a:solidFill>
        </p:grpSpPr>
        <p:sp>
          <p:nvSpPr>
            <p:cNvPr id="107" name="Rectangle 946">
              <a:extLst>
                <a:ext uri="{FF2B5EF4-FFF2-40B4-BE49-F238E27FC236}">
                  <a16:creationId xmlns:a16="http://schemas.microsoft.com/office/drawing/2014/main" id="{E782BD69-3279-4D29-AD06-A103E2126053}"/>
                </a:ext>
              </a:extLst>
            </p:cNvPr>
            <p:cNvSpPr>
              <a:spLocks noChangeArrowheads="1"/>
            </p:cNvSpPr>
            <p:nvPr/>
          </p:nvSpPr>
          <p:spPr bwMode="auto">
            <a:xfrm>
              <a:off x="5026025" y="996950"/>
              <a:ext cx="30163" cy="285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8" name="Rectangle 947">
              <a:extLst>
                <a:ext uri="{FF2B5EF4-FFF2-40B4-BE49-F238E27FC236}">
                  <a16:creationId xmlns:a16="http://schemas.microsoft.com/office/drawing/2014/main" id="{F640AD22-6F68-4745-898A-0D4AADEA202D}"/>
                </a:ext>
              </a:extLst>
            </p:cNvPr>
            <p:cNvSpPr>
              <a:spLocks noChangeArrowheads="1"/>
            </p:cNvSpPr>
            <p:nvPr/>
          </p:nvSpPr>
          <p:spPr bwMode="auto">
            <a:xfrm>
              <a:off x="5064125" y="930275"/>
              <a:ext cx="28575" cy="952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9" name="Rectangle 948">
              <a:extLst>
                <a:ext uri="{FF2B5EF4-FFF2-40B4-BE49-F238E27FC236}">
                  <a16:creationId xmlns:a16="http://schemas.microsoft.com/office/drawing/2014/main" id="{78786D45-C595-4A69-9D2B-EB0280EF29EA}"/>
                </a:ext>
              </a:extLst>
            </p:cNvPr>
            <p:cNvSpPr>
              <a:spLocks noChangeArrowheads="1"/>
            </p:cNvSpPr>
            <p:nvPr/>
          </p:nvSpPr>
          <p:spPr bwMode="auto">
            <a:xfrm>
              <a:off x="4987925" y="977900"/>
              <a:ext cx="28575"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0" name="Freeform 949">
              <a:extLst>
                <a:ext uri="{FF2B5EF4-FFF2-40B4-BE49-F238E27FC236}">
                  <a16:creationId xmlns:a16="http://schemas.microsoft.com/office/drawing/2014/main" id="{CF9052AD-F144-4CD7-B6F9-E2E57C7EB797}"/>
                </a:ext>
              </a:extLst>
            </p:cNvPr>
            <p:cNvSpPr>
              <a:spLocks noEditPoints="1"/>
            </p:cNvSpPr>
            <p:nvPr/>
          </p:nvSpPr>
          <p:spPr bwMode="auto">
            <a:xfrm>
              <a:off x="4926013" y="796925"/>
              <a:ext cx="220663" cy="285750"/>
            </a:xfrm>
            <a:custGeom>
              <a:avLst/>
              <a:gdLst>
                <a:gd name="T0" fmla="*/ 349 w 553"/>
                <a:gd name="T1" fmla="*/ 11 h 722"/>
                <a:gd name="T2" fmla="*/ 349 w 553"/>
                <a:gd name="T3" fmla="*/ 204 h 722"/>
                <a:gd name="T4" fmla="*/ 445 w 553"/>
                <a:gd name="T5" fmla="*/ 590 h 722"/>
                <a:gd name="T6" fmla="*/ 445 w 553"/>
                <a:gd name="T7" fmla="*/ 590 h 722"/>
                <a:gd name="T8" fmla="*/ 444 w 553"/>
                <a:gd name="T9" fmla="*/ 595 h 722"/>
                <a:gd name="T10" fmla="*/ 438 w 553"/>
                <a:gd name="T11" fmla="*/ 601 h 722"/>
                <a:gd name="T12" fmla="*/ 145 w 553"/>
                <a:gd name="T13" fmla="*/ 602 h 722"/>
                <a:gd name="T14" fmla="*/ 135 w 553"/>
                <a:gd name="T15" fmla="*/ 599 h 722"/>
                <a:gd name="T16" fmla="*/ 132 w 553"/>
                <a:gd name="T17" fmla="*/ 590 h 722"/>
                <a:gd name="T18" fmla="*/ 133 w 553"/>
                <a:gd name="T19" fmla="*/ 236 h 722"/>
                <a:gd name="T20" fmla="*/ 139 w 553"/>
                <a:gd name="T21" fmla="*/ 230 h 722"/>
                <a:gd name="T22" fmla="*/ 149 w 553"/>
                <a:gd name="T23" fmla="*/ 230 h 722"/>
                <a:gd name="T24" fmla="*/ 155 w 553"/>
                <a:gd name="T25" fmla="*/ 236 h 722"/>
                <a:gd name="T26" fmla="*/ 156 w 553"/>
                <a:gd name="T27" fmla="*/ 434 h 722"/>
                <a:gd name="T28" fmla="*/ 238 w 553"/>
                <a:gd name="T29" fmla="*/ 434 h 722"/>
                <a:gd name="T30" fmla="*/ 239 w 553"/>
                <a:gd name="T31" fmla="*/ 434 h 722"/>
                <a:gd name="T32" fmla="*/ 246 w 553"/>
                <a:gd name="T33" fmla="*/ 435 h 722"/>
                <a:gd name="T34" fmla="*/ 252 w 553"/>
                <a:gd name="T35" fmla="*/ 441 h 722"/>
                <a:gd name="T36" fmla="*/ 253 w 553"/>
                <a:gd name="T37" fmla="*/ 481 h 722"/>
                <a:gd name="T38" fmla="*/ 325 w 553"/>
                <a:gd name="T39" fmla="*/ 324 h 722"/>
                <a:gd name="T40" fmla="*/ 328 w 553"/>
                <a:gd name="T41" fmla="*/ 316 h 722"/>
                <a:gd name="T42" fmla="*/ 337 w 553"/>
                <a:gd name="T43" fmla="*/ 313 h 722"/>
                <a:gd name="T44" fmla="*/ 438 w 553"/>
                <a:gd name="T45" fmla="*/ 314 h 722"/>
                <a:gd name="T46" fmla="*/ 444 w 553"/>
                <a:gd name="T47" fmla="*/ 320 h 722"/>
                <a:gd name="T48" fmla="*/ 445 w 553"/>
                <a:gd name="T49" fmla="*/ 590 h 722"/>
                <a:gd name="T50" fmla="*/ 358 w 553"/>
                <a:gd name="T51" fmla="*/ 3 h 722"/>
                <a:gd name="T52" fmla="*/ 349 w 553"/>
                <a:gd name="T53" fmla="*/ 0 h 722"/>
                <a:gd name="T54" fmla="*/ 7 w 553"/>
                <a:gd name="T55" fmla="*/ 1 h 722"/>
                <a:gd name="T56" fmla="*/ 1 w 553"/>
                <a:gd name="T57" fmla="*/ 7 h 722"/>
                <a:gd name="T58" fmla="*/ 0 w 553"/>
                <a:gd name="T59" fmla="*/ 710 h 722"/>
                <a:gd name="T60" fmla="*/ 3 w 553"/>
                <a:gd name="T61" fmla="*/ 719 h 722"/>
                <a:gd name="T62" fmla="*/ 12 w 553"/>
                <a:gd name="T63" fmla="*/ 722 h 722"/>
                <a:gd name="T64" fmla="*/ 546 w 553"/>
                <a:gd name="T65" fmla="*/ 721 h 722"/>
                <a:gd name="T66" fmla="*/ 552 w 553"/>
                <a:gd name="T67" fmla="*/ 715 h 722"/>
                <a:gd name="T68" fmla="*/ 553 w 553"/>
                <a:gd name="T69" fmla="*/ 204 h 722"/>
                <a:gd name="T70" fmla="*/ 550 w 553"/>
                <a:gd name="T71" fmla="*/ 196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3" h="722">
                  <a:moveTo>
                    <a:pt x="349" y="204"/>
                  </a:moveTo>
                  <a:lnTo>
                    <a:pt x="349" y="11"/>
                  </a:lnTo>
                  <a:lnTo>
                    <a:pt x="541" y="204"/>
                  </a:lnTo>
                  <a:lnTo>
                    <a:pt x="349" y="204"/>
                  </a:lnTo>
                  <a:close/>
                  <a:moveTo>
                    <a:pt x="445" y="590"/>
                  </a:moveTo>
                  <a:lnTo>
                    <a:pt x="445" y="590"/>
                  </a:lnTo>
                  <a:lnTo>
                    <a:pt x="445" y="590"/>
                  </a:lnTo>
                  <a:lnTo>
                    <a:pt x="445" y="590"/>
                  </a:lnTo>
                  <a:lnTo>
                    <a:pt x="445" y="590"/>
                  </a:lnTo>
                  <a:lnTo>
                    <a:pt x="444" y="595"/>
                  </a:lnTo>
                  <a:lnTo>
                    <a:pt x="441" y="599"/>
                  </a:lnTo>
                  <a:lnTo>
                    <a:pt x="438" y="601"/>
                  </a:lnTo>
                  <a:lnTo>
                    <a:pt x="433" y="602"/>
                  </a:lnTo>
                  <a:lnTo>
                    <a:pt x="145" y="602"/>
                  </a:lnTo>
                  <a:lnTo>
                    <a:pt x="139" y="601"/>
                  </a:lnTo>
                  <a:lnTo>
                    <a:pt x="135" y="599"/>
                  </a:lnTo>
                  <a:lnTo>
                    <a:pt x="133" y="595"/>
                  </a:lnTo>
                  <a:lnTo>
                    <a:pt x="132" y="590"/>
                  </a:lnTo>
                  <a:lnTo>
                    <a:pt x="132" y="241"/>
                  </a:lnTo>
                  <a:lnTo>
                    <a:pt x="133" y="236"/>
                  </a:lnTo>
                  <a:lnTo>
                    <a:pt x="135" y="232"/>
                  </a:lnTo>
                  <a:lnTo>
                    <a:pt x="139" y="230"/>
                  </a:lnTo>
                  <a:lnTo>
                    <a:pt x="145" y="229"/>
                  </a:lnTo>
                  <a:lnTo>
                    <a:pt x="149" y="230"/>
                  </a:lnTo>
                  <a:lnTo>
                    <a:pt x="153" y="232"/>
                  </a:lnTo>
                  <a:lnTo>
                    <a:pt x="155" y="236"/>
                  </a:lnTo>
                  <a:lnTo>
                    <a:pt x="156" y="241"/>
                  </a:lnTo>
                  <a:lnTo>
                    <a:pt x="156" y="434"/>
                  </a:lnTo>
                  <a:lnTo>
                    <a:pt x="238" y="434"/>
                  </a:lnTo>
                  <a:lnTo>
                    <a:pt x="238" y="434"/>
                  </a:lnTo>
                  <a:lnTo>
                    <a:pt x="239" y="435"/>
                  </a:lnTo>
                  <a:lnTo>
                    <a:pt x="239" y="434"/>
                  </a:lnTo>
                  <a:lnTo>
                    <a:pt x="240" y="434"/>
                  </a:lnTo>
                  <a:lnTo>
                    <a:pt x="246" y="435"/>
                  </a:lnTo>
                  <a:lnTo>
                    <a:pt x="249" y="437"/>
                  </a:lnTo>
                  <a:lnTo>
                    <a:pt x="252" y="441"/>
                  </a:lnTo>
                  <a:lnTo>
                    <a:pt x="253" y="446"/>
                  </a:lnTo>
                  <a:lnTo>
                    <a:pt x="253" y="481"/>
                  </a:lnTo>
                  <a:lnTo>
                    <a:pt x="325" y="481"/>
                  </a:lnTo>
                  <a:lnTo>
                    <a:pt x="325" y="324"/>
                  </a:lnTo>
                  <a:lnTo>
                    <a:pt x="326" y="320"/>
                  </a:lnTo>
                  <a:lnTo>
                    <a:pt x="328" y="316"/>
                  </a:lnTo>
                  <a:lnTo>
                    <a:pt x="332" y="314"/>
                  </a:lnTo>
                  <a:lnTo>
                    <a:pt x="337" y="313"/>
                  </a:lnTo>
                  <a:lnTo>
                    <a:pt x="433" y="313"/>
                  </a:lnTo>
                  <a:lnTo>
                    <a:pt x="438" y="314"/>
                  </a:lnTo>
                  <a:lnTo>
                    <a:pt x="441" y="316"/>
                  </a:lnTo>
                  <a:lnTo>
                    <a:pt x="444" y="320"/>
                  </a:lnTo>
                  <a:lnTo>
                    <a:pt x="445" y="324"/>
                  </a:lnTo>
                  <a:lnTo>
                    <a:pt x="445" y="590"/>
                  </a:lnTo>
                  <a:close/>
                  <a:moveTo>
                    <a:pt x="550" y="196"/>
                  </a:moveTo>
                  <a:lnTo>
                    <a:pt x="358" y="3"/>
                  </a:lnTo>
                  <a:lnTo>
                    <a:pt x="354" y="0"/>
                  </a:lnTo>
                  <a:lnTo>
                    <a:pt x="349" y="0"/>
                  </a:lnTo>
                  <a:lnTo>
                    <a:pt x="12" y="0"/>
                  </a:lnTo>
                  <a:lnTo>
                    <a:pt x="7" y="1"/>
                  </a:lnTo>
                  <a:lnTo>
                    <a:pt x="3" y="3"/>
                  </a:lnTo>
                  <a:lnTo>
                    <a:pt x="1" y="7"/>
                  </a:lnTo>
                  <a:lnTo>
                    <a:pt x="0" y="11"/>
                  </a:lnTo>
                  <a:lnTo>
                    <a:pt x="0" y="710"/>
                  </a:lnTo>
                  <a:lnTo>
                    <a:pt x="1" y="715"/>
                  </a:lnTo>
                  <a:lnTo>
                    <a:pt x="3" y="719"/>
                  </a:lnTo>
                  <a:lnTo>
                    <a:pt x="7" y="721"/>
                  </a:lnTo>
                  <a:lnTo>
                    <a:pt x="12" y="722"/>
                  </a:lnTo>
                  <a:lnTo>
                    <a:pt x="541" y="722"/>
                  </a:lnTo>
                  <a:lnTo>
                    <a:pt x="546" y="721"/>
                  </a:lnTo>
                  <a:lnTo>
                    <a:pt x="550" y="719"/>
                  </a:lnTo>
                  <a:lnTo>
                    <a:pt x="552" y="715"/>
                  </a:lnTo>
                  <a:lnTo>
                    <a:pt x="553" y="710"/>
                  </a:lnTo>
                  <a:lnTo>
                    <a:pt x="553" y="204"/>
                  </a:lnTo>
                  <a:lnTo>
                    <a:pt x="552" y="200"/>
                  </a:lnTo>
                  <a:lnTo>
                    <a:pt x="550" y="1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11" name="Group 110" descr="Icon of symbol representing email.">
            <a:extLst>
              <a:ext uri="{FF2B5EF4-FFF2-40B4-BE49-F238E27FC236}">
                <a16:creationId xmlns:a16="http://schemas.microsoft.com/office/drawing/2014/main" id="{20CE09B7-A9E8-4791-ABE4-6FEC5916661D}"/>
              </a:ext>
            </a:extLst>
          </p:cNvPr>
          <p:cNvGrpSpPr/>
          <p:nvPr/>
        </p:nvGrpSpPr>
        <p:grpSpPr>
          <a:xfrm>
            <a:off x="7698977" y="1368977"/>
            <a:ext cx="285750" cy="285750"/>
            <a:chOff x="11028363" y="771525"/>
            <a:chExt cx="285750" cy="285750"/>
          </a:xfrm>
          <a:solidFill>
            <a:schemeClr val="bg1"/>
          </a:solidFill>
        </p:grpSpPr>
        <p:sp>
          <p:nvSpPr>
            <p:cNvPr id="112" name="Freeform 3620">
              <a:extLst>
                <a:ext uri="{FF2B5EF4-FFF2-40B4-BE49-F238E27FC236}">
                  <a16:creationId xmlns:a16="http://schemas.microsoft.com/office/drawing/2014/main" id="{849DA0EF-7528-4EE0-8C56-4F1997586CED}"/>
                </a:ext>
              </a:extLst>
            </p:cNvPr>
            <p:cNvSpPr>
              <a:spLocks noEditPoints="1"/>
            </p:cNvSpPr>
            <p:nvPr/>
          </p:nvSpPr>
          <p:spPr bwMode="auto">
            <a:xfrm>
              <a:off x="11033125" y="776288"/>
              <a:ext cx="277812" cy="276225"/>
            </a:xfrm>
            <a:custGeom>
              <a:avLst/>
              <a:gdLst>
                <a:gd name="T0" fmla="*/ 158 w 697"/>
                <a:gd name="T1" fmla="*/ 510 h 698"/>
                <a:gd name="T2" fmla="*/ 133 w 697"/>
                <a:gd name="T3" fmla="*/ 481 h 698"/>
                <a:gd name="T4" fmla="*/ 136 w 697"/>
                <a:gd name="T5" fmla="*/ 237 h 698"/>
                <a:gd name="T6" fmla="*/ 167 w 697"/>
                <a:gd name="T7" fmla="*/ 208 h 698"/>
                <a:gd name="T8" fmla="*/ 517 w 697"/>
                <a:gd name="T9" fmla="*/ 206 h 698"/>
                <a:gd name="T10" fmla="*/ 555 w 697"/>
                <a:gd name="T11" fmla="*/ 225 h 698"/>
                <a:gd name="T12" fmla="*/ 565 w 697"/>
                <a:gd name="T13" fmla="*/ 469 h 698"/>
                <a:gd name="T14" fmla="*/ 548 w 697"/>
                <a:gd name="T15" fmla="*/ 504 h 698"/>
                <a:gd name="T16" fmla="*/ 505 w 697"/>
                <a:gd name="T17" fmla="*/ 518 h 698"/>
                <a:gd name="T18" fmla="*/ 550 w 697"/>
                <a:gd name="T19" fmla="*/ 533 h 698"/>
                <a:gd name="T20" fmla="*/ 571 w 697"/>
                <a:gd name="T21" fmla="*/ 533 h 698"/>
                <a:gd name="T22" fmla="*/ 633 w 697"/>
                <a:gd name="T23" fmla="*/ 550 h 698"/>
                <a:gd name="T24" fmla="*/ 669 w 697"/>
                <a:gd name="T25" fmla="*/ 484 h 698"/>
                <a:gd name="T26" fmla="*/ 688 w 697"/>
                <a:gd name="T27" fmla="*/ 427 h 698"/>
                <a:gd name="T28" fmla="*/ 696 w 697"/>
                <a:gd name="T29" fmla="*/ 365 h 698"/>
                <a:gd name="T30" fmla="*/ 693 w 697"/>
                <a:gd name="T31" fmla="*/ 302 h 698"/>
                <a:gd name="T32" fmla="*/ 681 w 697"/>
                <a:gd name="T33" fmla="*/ 242 h 698"/>
                <a:gd name="T34" fmla="*/ 656 w 697"/>
                <a:gd name="T35" fmla="*/ 187 h 698"/>
                <a:gd name="T36" fmla="*/ 582 w 697"/>
                <a:gd name="T37" fmla="*/ 158 h 698"/>
                <a:gd name="T38" fmla="*/ 560 w 697"/>
                <a:gd name="T39" fmla="*/ 167 h 698"/>
                <a:gd name="T40" fmla="*/ 539 w 697"/>
                <a:gd name="T41" fmla="*/ 158 h 698"/>
                <a:gd name="T42" fmla="*/ 530 w 697"/>
                <a:gd name="T43" fmla="*/ 136 h 698"/>
                <a:gd name="T44" fmla="*/ 539 w 697"/>
                <a:gd name="T45" fmla="*/ 116 h 698"/>
                <a:gd name="T46" fmla="*/ 511 w 697"/>
                <a:gd name="T47" fmla="*/ 41 h 698"/>
                <a:gd name="T48" fmla="*/ 456 w 697"/>
                <a:gd name="T49" fmla="*/ 17 h 698"/>
                <a:gd name="T50" fmla="*/ 395 w 697"/>
                <a:gd name="T51" fmla="*/ 4 h 698"/>
                <a:gd name="T52" fmla="*/ 333 w 697"/>
                <a:gd name="T53" fmla="*/ 2 h 698"/>
                <a:gd name="T54" fmla="*/ 271 w 697"/>
                <a:gd name="T55" fmla="*/ 9 h 698"/>
                <a:gd name="T56" fmla="*/ 213 w 697"/>
                <a:gd name="T57" fmla="*/ 29 h 698"/>
                <a:gd name="T58" fmla="*/ 148 w 697"/>
                <a:gd name="T59" fmla="*/ 65 h 698"/>
                <a:gd name="T60" fmla="*/ 164 w 697"/>
                <a:gd name="T61" fmla="*/ 126 h 698"/>
                <a:gd name="T62" fmla="*/ 164 w 697"/>
                <a:gd name="T63" fmla="*/ 148 h 698"/>
                <a:gd name="T64" fmla="*/ 148 w 697"/>
                <a:gd name="T65" fmla="*/ 165 h 698"/>
                <a:gd name="T66" fmla="*/ 124 w 697"/>
                <a:gd name="T67" fmla="*/ 165 h 698"/>
                <a:gd name="T68" fmla="*/ 63 w 697"/>
                <a:gd name="T69" fmla="*/ 148 h 698"/>
                <a:gd name="T70" fmla="*/ 27 w 697"/>
                <a:gd name="T71" fmla="*/ 214 h 698"/>
                <a:gd name="T72" fmla="*/ 9 w 697"/>
                <a:gd name="T73" fmla="*/ 271 h 698"/>
                <a:gd name="T74" fmla="*/ 0 w 697"/>
                <a:gd name="T75" fmla="*/ 333 h 698"/>
                <a:gd name="T76" fmla="*/ 2 w 697"/>
                <a:gd name="T77" fmla="*/ 396 h 698"/>
                <a:gd name="T78" fmla="*/ 17 w 697"/>
                <a:gd name="T79" fmla="*/ 456 h 698"/>
                <a:gd name="T80" fmla="*/ 40 w 697"/>
                <a:gd name="T81" fmla="*/ 511 h 698"/>
                <a:gd name="T82" fmla="*/ 115 w 697"/>
                <a:gd name="T83" fmla="*/ 540 h 698"/>
                <a:gd name="T84" fmla="*/ 136 w 697"/>
                <a:gd name="T85" fmla="*/ 532 h 698"/>
                <a:gd name="T86" fmla="*/ 158 w 697"/>
                <a:gd name="T87" fmla="*/ 540 h 698"/>
                <a:gd name="T88" fmla="*/ 167 w 697"/>
                <a:gd name="T89" fmla="*/ 562 h 698"/>
                <a:gd name="T90" fmla="*/ 158 w 697"/>
                <a:gd name="T91" fmla="*/ 582 h 698"/>
                <a:gd name="T92" fmla="*/ 186 w 697"/>
                <a:gd name="T93" fmla="*/ 658 h 698"/>
                <a:gd name="T94" fmla="*/ 241 w 697"/>
                <a:gd name="T95" fmla="*/ 681 h 698"/>
                <a:gd name="T96" fmla="*/ 302 w 697"/>
                <a:gd name="T97" fmla="*/ 695 h 698"/>
                <a:gd name="T98" fmla="*/ 365 w 697"/>
                <a:gd name="T99" fmla="*/ 698 h 698"/>
                <a:gd name="T100" fmla="*/ 426 w 697"/>
                <a:gd name="T101" fmla="*/ 689 h 698"/>
                <a:gd name="T102" fmla="*/ 484 w 697"/>
                <a:gd name="T103" fmla="*/ 671 h 698"/>
                <a:gd name="T104" fmla="*/ 550 w 697"/>
                <a:gd name="T105" fmla="*/ 635 h 698"/>
                <a:gd name="T106" fmla="*/ 533 w 697"/>
                <a:gd name="T107" fmla="*/ 573 h 698"/>
                <a:gd name="T108" fmla="*/ 533 w 697"/>
                <a:gd name="T109" fmla="*/ 55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97" h="698">
                  <a:moveTo>
                    <a:pt x="193" y="518"/>
                  </a:moveTo>
                  <a:lnTo>
                    <a:pt x="180" y="517"/>
                  </a:lnTo>
                  <a:lnTo>
                    <a:pt x="168" y="514"/>
                  </a:lnTo>
                  <a:lnTo>
                    <a:pt x="158" y="510"/>
                  </a:lnTo>
                  <a:lnTo>
                    <a:pt x="149" y="504"/>
                  </a:lnTo>
                  <a:lnTo>
                    <a:pt x="141" y="497"/>
                  </a:lnTo>
                  <a:lnTo>
                    <a:pt x="136" y="490"/>
                  </a:lnTo>
                  <a:lnTo>
                    <a:pt x="133" y="481"/>
                  </a:lnTo>
                  <a:lnTo>
                    <a:pt x="132" y="470"/>
                  </a:lnTo>
                  <a:lnTo>
                    <a:pt x="132" y="258"/>
                  </a:lnTo>
                  <a:lnTo>
                    <a:pt x="133" y="247"/>
                  </a:lnTo>
                  <a:lnTo>
                    <a:pt x="136" y="237"/>
                  </a:lnTo>
                  <a:lnTo>
                    <a:pt x="141" y="228"/>
                  </a:lnTo>
                  <a:lnTo>
                    <a:pt x="149" y="220"/>
                  </a:lnTo>
                  <a:lnTo>
                    <a:pt x="157" y="214"/>
                  </a:lnTo>
                  <a:lnTo>
                    <a:pt x="167" y="208"/>
                  </a:lnTo>
                  <a:lnTo>
                    <a:pt x="178" y="206"/>
                  </a:lnTo>
                  <a:lnTo>
                    <a:pt x="193" y="205"/>
                  </a:lnTo>
                  <a:lnTo>
                    <a:pt x="505" y="205"/>
                  </a:lnTo>
                  <a:lnTo>
                    <a:pt x="517" y="206"/>
                  </a:lnTo>
                  <a:lnTo>
                    <a:pt x="529" y="208"/>
                  </a:lnTo>
                  <a:lnTo>
                    <a:pt x="539" y="212"/>
                  </a:lnTo>
                  <a:lnTo>
                    <a:pt x="548" y="219"/>
                  </a:lnTo>
                  <a:lnTo>
                    <a:pt x="555" y="225"/>
                  </a:lnTo>
                  <a:lnTo>
                    <a:pt x="560" y="234"/>
                  </a:lnTo>
                  <a:lnTo>
                    <a:pt x="564" y="243"/>
                  </a:lnTo>
                  <a:lnTo>
                    <a:pt x="565" y="253"/>
                  </a:lnTo>
                  <a:lnTo>
                    <a:pt x="565" y="469"/>
                  </a:lnTo>
                  <a:lnTo>
                    <a:pt x="564" y="479"/>
                  </a:lnTo>
                  <a:lnTo>
                    <a:pt x="560" y="490"/>
                  </a:lnTo>
                  <a:lnTo>
                    <a:pt x="555" y="497"/>
                  </a:lnTo>
                  <a:lnTo>
                    <a:pt x="548" y="504"/>
                  </a:lnTo>
                  <a:lnTo>
                    <a:pt x="539" y="510"/>
                  </a:lnTo>
                  <a:lnTo>
                    <a:pt x="529" y="514"/>
                  </a:lnTo>
                  <a:lnTo>
                    <a:pt x="517" y="517"/>
                  </a:lnTo>
                  <a:lnTo>
                    <a:pt x="505" y="518"/>
                  </a:lnTo>
                  <a:lnTo>
                    <a:pt x="193" y="518"/>
                  </a:lnTo>
                  <a:close/>
                  <a:moveTo>
                    <a:pt x="539" y="540"/>
                  </a:moveTo>
                  <a:lnTo>
                    <a:pt x="544" y="536"/>
                  </a:lnTo>
                  <a:lnTo>
                    <a:pt x="550" y="533"/>
                  </a:lnTo>
                  <a:lnTo>
                    <a:pt x="555" y="532"/>
                  </a:lnTo>
                  <a:lnTo>
                    <a:pt x="560" y="532"/>
                  </a:lnTo>
                  <a:lnTo>
                    <a:pt x="566" y="532"/>
                  </a:lnTo>
                  <a:lnTo>
                    <a:pt x="571" y="533"/>
                  </a:lnTo>
                  <a:lnTo>
                    <a:pt x="577" y="536"/>
                  </a:lnTo>
                  <a:lnTo>
                    <a:pt x="582" y="540"/>
                  </a:lnTo>
                  <a:lnTo>
                    <a:pt x="615" y="573"/>
                  </a:lnTo>
                  <a:lnTo>
                    <a:pt x="633" y="550"/>
                  </a:lnTo>
                  <a:lnTo>
                    <a:pt x="650" y="524"/>
                  </a:lnTo>
                  <a:lnTo>
                    <a:pt x="656" y="511"/>
                  </a:lnTo>
                  <a:lnTo>
                    <a:pt x="664" y="499"/>
                  </a:lnTo>
                  <a:lnTo>
                    <a:pt x="669" y="484"/>
                  </a:lnTo>
                  <a:lnTo>
                    <a:pt x="675" y="470"/>
                  </a:lnTo>
                  <a:lnTo>
                    <a:pt x="681" y="456"/>
                  </a:lnTo>
                  <a:lnTo>
                    <a:pt x="684" y="442"/>
                  </a:lnTo>
                  <a:lnTo>
                    <a:pt x="688" y="427"/>
                  </a:lnTo>
                  <a:lnTo>
                    <a:pt x="691" y="411"/>
                  </a:lnTo>
                  <a:lnTo>
                    <a:pt x="693" y="396"/>
                  </a:lnTo>
                  <a:lnTo>
                    <a:pt x="696" y="380"/>
                  </a:lnTo>
                  <a:lnTo>
                    <a:pt x="696" y="365"/>
                  </a:lnTo>
                  <a:lnTo>
                    <a:pt x="697" y="350"/>
                  </a:lnTo>
                  <a:lnTo>
                    <a:pt x="696" y="333"/>
                  </a:lnTo>
                  <a:lnTo>
                    <a:pt x="696" y="318"/>
                  </a:lnTo>
                  <a:lnTo>
                    <a:pt x="693" y="302"/>
                  </a:lnTo>
                  <a:lnTo>
                    <a:pt x="691" y="287"/>
                  </a:lnTo>
                  <a:lnTo>
                    <a:pt x="688" y="271"/>
                  </a:lnTo>
                  <a:lnTo>
                    <a:pt x="684" y="257"/>
                  </a:lnTo>
                  <a:lnTo>
                    <a:pt x="681" y="242"/>
                  </a:lnTo>
                  <a:lnTo>
                    <a:pt x="675" y="228"/>
                  </a:lnTo>
                  <a:lnTo>
                    <a:pt x="669" y="214"/>
                  </a:lnTo>
                  <a:lnTo>
                    <a:pt x="664" y="201"/>
                  </a:lnTo>
                  <a:lnTo>
                    <a:pt x="656" y="187"/>
                  </a:lnTo>
                  <a:lnTo>
                    <a:pt x="650" y="174"/>
                  </a:lnTo>
                  <a:lnTo>
                    <a:pt x="633" y="148"/>
                  </a:lnTo>
                  <a:lnTo>
                    <a:pt x="615" y="125"/>
                  </a:lnTo>
                  <a:lnTo>
                    <a:pt x="582" y="158"/>
                  </a:lnTo>
                  <a:lnTo>
                    <a:pt x="577" y="162"/>
                  </a:lnTo>
                  <a:lnTo>
                    <a:pt x="571" y="165"/>
                  </a:lnTo>
                  <a:lnTo>
                    <a:pt x="566" y="167"/>
                  </a:lnTo>
                  <a:lnTo>
                    <a:pt x="560" y="167"/>
                  </a:lnTo>
                  <a:lnTo>
                    <a:pt x="555" y="166"/>
                  </a:lnTo>
                  <a:lnTo>
                    <a:pt x="550" y="165"/>
                  </a:lnTo>
                  <a:lnTo>
                    <a:pt x="544" y="162"/>
                  </a:lnTo>
                  <a:lnTo>
                    <a:pt x="539" y="158"/>
                  </a:lnTo>
                  <a:lnTo>
                    <a:pt x="535" y="153"/>
                  </a:lnTo>
                  <a:lnTo>
                    <a:pt x="533" y="148"/>
                  </a:lnTo>
                  <a:lnTo>
                    <a:pt x="532" y="143"/>
                  </a:lnTo>
                  <a:lnTo>
                    <a:pt x="530" y="136"/>
                  </a:lnTo>
                  <a:lnTo>
                    <a:pt x="532" y="131"/>
                  </a:lnTo>
                  <a:lnTo>
                    <a:pt x="533" y="126"/>
                  </a:lnTo>
                  <a:lnTo>
                    <a:pt x="535" y="121"/>
                  </a:lnTo>
                  <a:lnTo>
                    <a:pt x="539" y="116"/>
                  </a:lnTo>
                  <a:lnTo>
                    <a:pt x="573" y="83"/>
                  </a:lnTo>
                  <a:lnTo>
                    <a:pt x="550" y="65"/>
                  </a:lnTo>
                  <a:lnTo>
                    <a:pt x="524" y="48"/>
                  </a:lnTo>
                  <a:lnTo>
                    <a:pt x="511" y="41"/>
                  </a:lnTo>
                  <a:lnTo>
                    <a:pt x="497" y="34"/>
                  </a:lnTo>
                  <a:lnTo>
                    <a:pt x="484" y="29"/>
                  </a:lnTo>
                  <a:lnTo>
                    <a:pt x="470" y="22"/>
                  </a:lnTo>
                  <a:lnTo>
                    <a:pt x="456" y="17"/>
                  </a:lnTo>
                  <a:lnTo>
                    <a:pt x="440" y="13"/>
                  </a:lnTo>
                  <a:lnTo>
                    <a:pt x="426" y="9"/>
                  </a:lnTo>
                  <a:lnTo>
                    <a:pt x="411" y="7"/>
                  </a:lnTo>
                  <a:lnTo>
                    <a:pt x="395" y="4"/>
                  </a:lnTo>
                  <a:lnTo>
                    <a:pt x="380" y="2"/>
                  </a:lnTo>
                  <a:lnTo>
                    <a:pt x="365" y="2"/>
                  </a:lnTo>
                  <a:lnTo>
                    <a:pt x="348" y="0"/>
                  </a:lnTo>
                  <a:lnTo>
                    <a:pt x="333" y="2"/>
                  </a:lnTo>
                  <a:lnTo>
                    <a:pt x="317" y="2"/>
                  </a:lnTo>
                  <a:lnTo>
                    <a:pt x="302" y="4"/>
                  </a:lnTo>
                  <a:lnTo>
                    <a:pt x="286" y="7"/>
                  </a:lnTo>
                  <a:lnTo>
                    <a:pt x="271" y="9"/>
                  </a:lnTo>
                  <a:lnTo>
                    <a:pt x="255" y="13"/>
                  </a:lnTo>
                  <a:lnTo>
                    <a:pt x="241" y="17"/>
                  </a:lnTo>
                  <a:lnTo>
                    <a:pt x="227" y="22"/>
                  </a:lnTo>
                  <a:lnTo>
                    <a:pt x="213" y="29"/>
                  </a:lnTo>
                  <a:lnTo>
                    <a:pt x="199" y="34"/>
                  </a:lnTo>
                  <a:lnTo>
                    <a:pt x="186" y="41"/>
                  </a:lnTo>
                  <a:lnTo>
                    <a:pt x="173" y="48"/>
                  </a:lnTo>
                  <a:lnTo>
                    <a:pt x="148" y="65"/>
                  </a:lnTo>
                  <a:lnTo>
                    <a:pt x="124" y="83"/>
                  </a:lnTo>
                  <a:lnTo>
                    <a:pt x="158" y="116"/>
                  </a:lnTo>
                  <a:lnTo>
                    <a:pt x="162" y="121"/>
                  </a:lnTo>
                  <a:lnTo>
                    <a:pt x="164" y="126"/>
                  </a:lnTo>
                  <a:lnTo>
                    <a:pt x="166" y="131"/>
                  </a:lnTo>
                  <a:lnTo>
                    <a:pt x="167" y="136"/>
                  </a:lnTo>
                  <a:lnTo>
                    <a:pt x="166" y="143"/>
                  </a:lnTo>
                  <a:lnTo>
                    <a:pt x="164" y="148"/>
                  </a:lnTo>
                  <a:lnTo>
                    <a:pt x="162" y="153"/>
                  </a:lnTo>
                  <a:lnTo>
                    <a:pt x="158" y="158"/>
                  </a:lnTo>
                  <a:lnTo>
                    <a:pt x="153" y="162"/>
                  </a:lnTo>
                  <a:lnTo>
                    <a:pt x="148" y="165"/>
                  </a:lnTo>
                  <a:lnTo>
                    <a:pt x="142" y="167"/>
                  </a:lnTo>
                  <a:lnTo>
                    <a:pt x="136" y="167"/>
                  </a:lnTo>
                  <a:lnTo>
                    <a:pt x="131" y="166"/>
                  </a:lnTo>
                  <a:lnTo>
                    <a:pt x="124" y="165"/>
                  </a:lnTo>
                  <a:lnTo>
                    <a:pt x="119" y="162"/>
                  </a:lnTo>
                  <a:lnTo>
                    <a:pt x="115" y="158"/>
                  </a:lnTo>
                  <a:lnTo>
                    <a:pt x="82" y="125"/>
                  </a:lnTo>
                  <a:lnTo>
                    <a:pt x="63" y="148"/>
                  </a:lnTo>
                  <a:lnTo>
                    <a:pt x="47" y="174"/>
                  </a:lnTo>
                  <a:lnTo>
                    <a:pt x="40" y="187"/>
                  </a:lnTo>
                  <a:lnTo>
                    <a:pt x="33" y="201"/>
                  </a:lnTo>
                  <a:lnTo>
                    <a:pt x="27" y="214"/>
                  </a:lnTo>
                  <a:lnTo>
                    <a:pt x="22" y="228"/>
                  </a:lnTo>
                  <a:lnTo>
                    <a:pt x="17" y="242"/>
                  </a:lnTo>
                  <a:lnTo>
                    <a:pt x="13" y="257"/>
                  </a:lnTo>
                  <a:lnTo>
                    <a:pt x="9" y="271"/>
                  </a:lnTo>
                  <a:lnTo>
                    <a:pt x="5" y="287"/>
                  </a:lnTo>
                  <a:lnTo>
                    <a:pt x="2" y="302"/>
                  </a:lnTo>
                  <a:lnTo>
                    <a:pt x="1" y="318"/>
                  </a:lnTo>
                  <a:lnTo>
                    <a:pt x="0" y="333"/>
                  </a:lnTo>
                  <a:lnTo>
                    <a:pt x="0" y="350"/>
                  </a:lnTo>
                  <a:lnTo>
                    <a:pt x="0" y="365"/>
                  </a:lnTo>
                  <a:lnTo>
                    <a:pt x="1" y="380"/>
                  </a:lnTo>
                  <a:lnTo>
                    <a:pt x="2" y="396"/>
                  </a:lnTo>
                  <a:lnTo>
                    <a:pt x="5" y="411"/>
                  </a:lnTo>
                  <a:lnTo>
                    <a:pt x="9" y="427"/>
                  </a:lnTo>
                  <a:lnTo>
                    <a:pt x="13" y="442"/>
                  </a:lnTo>
                  <a:lnTo>
                    <a:pt x="17" y="456"/>
                  </a:lnTo>
                  <a:lnTo>
                    <a:pt x="22" y="470"/>
                  </a:lnTo>
                  <a:lnTo>
                    <a:pt x="27" y="484"/>
                  </a:lnTo>
                  <a:lnTo>
                    <a:pt x="33" y="499"/>
                  </a:lnTo>
                  <a:lnTo>
                    <a:pt x="40" y="511"/>
                  </a:lnTo>
                  <a:lnTo>
                    <a:pt x="47" y="524"/>
                  </a:lnTo>
                  <a:lnTo>
                    <a:pt x="63" y="550"/>
                  </a:lnTo>
                  <a:lnTo>
                    <a:pt x="82" y="573"/>
                  </a:lnTo>
                  <a:lnTo>
                    <a:pt x="115" y="540"/>
                  </a:lnTo>
                  <a:lnTo>
                    <a:pt x="119" y="536"/>
                  </a:lnTo>
                  <a:lnTo>
                    <a:pt x="124" y="533"/>
                  </a:lnTo>
                  <a:lnTo>
                    <a:pt x="131" y="532"/>
                  </a:lnTo>
                  <a:lnTo>
                    <a:pt x="136" y="532"/>
                  </a:lnTo>
                  <a:lnTo>
                    <a:pt x="142" y="532"/>
                  </a:lnTo>
                  <a:lnTo>
                    <a:pt x="148" y="533"/>
                  </a:lnTo>
                  <a:lnTo>
                    <a:pt x="153" y="536"/>
                  </a:lnTo>
                  <a:lnTo>
                    <a:pt x="158" y="540"/>
                  </a:lnTo>
                  <a:lnTo>
                    <a:pt x="162" y="545"/>
                  </a:lnTo>
                  <a:lnTo>
                    <a:pt x="164" y="550"/>
                  </a:lnTo>
                  <a:lnTo>
                    <a:pt x="166" y="555"/>
                  </a:lnTo>
                  <a:lnTo>
                    <a:pt x="167" y="562"/>
                  </a:lnTo>
                  <a:lnTo>
                    <a:pt x="166" y="567"/>
                  </a:lnTo>
                  <a:lnTo>
                    <a:pt x="164" y="573"/>
                  </a:lnTo>
                  <a:lnTo>
                    <a:pt x="162" y="578"/>
                  </a:lnTo>
                  <a:lnTo>
                    <a:pt x="158" y="582"/>
                  </a:lnTo>
                  <a:lnTo>
                    <a:pt x="124" y="615"/>
                  </a:lnTo>
                  <a:lnTo>
                    <a:pt x="148" y="635"/>
                  </a:lnTo>
                  <a:lnTo>
                    <a:pt x="173" y="650"/>
                  </a:lnTo>
                  <a:lnTo>
                    <a:pt x="186" y="658"/>
                  </a:lnTo>
                  <a:lnTo>
                    <a:pt x="199" y="664"/>
                  </a:lnTo>
                  <a:lnTo>
                    <a:pt x="213" y="671"/>
                  </a:lnTo>
                  <a:lnTo>
                    <a:pt x="227" y="676"/>
                  </a:lnTo>
                  <a:lnTo>
                    <a:pt x="241" y="681"/>
                  </a:lnTo>
                  <a:lnTo>
                    <a:pt x="255" y="685"/>
                  </a:lnTo>
                  <a:lnTo>
                    <a:pt x="271" y="689"/>
                  </a:lnTo>
                  <a:lnTo>
                    <a:pt x="286" y="693"/>
                  </a:lnTo>
                  <a:lnTo>
                    <a:pt x="302" y="695"/>
                  </a:lnTo>
                  <a:lnTo>
                    <a:pt x="317" y="696"/>
                  </a:lnTo>
                  <a:lnTo>
                    <a:pt x="333" y="698"/>
                  </a:lnTo>
                  <a:lnTo>
                    <a:pt x="348" y="698"/>
                  </a:lnTo>
                  <a:lnTo>
                    <a:pt x="365" y="698"/>
                  </a:lnTo>
                  <a:lnTo>
                    <a:pt x="380" y="696"/>
                  </a:lnTo>
                  <a:lnTo>
                    <a:pt x="395" y="695"/>
                  </a:lnTo>
                  <a:lnTo>
                    <a:pt x="411" y="693"/>
                  </a:lnTo>
                  <a:lnTo>
                    <a:pt x="426" y="689"/>
                  </a:lnTo>
                  <a:lnTo>
                    <a:pt x="440" y="685"/>
                  </a:lnTo>
                  <a:lnTo>
                    <a:pt x="456" y="681"/>
                  </a:lnTo>
                  <a:lnTo>
                    <a:pt x="470" y="676"/>
                  </a:lnTo>
                  <a:lnTo>
                    <a:pt x="484" y="671"/>
                  </a:lnTo>
                  <a:lnTo>
                    <a:pt x="497" y="664"/>
                  </a:lnTo>
                  <a:lnTo>
                    <a:pt x="511" y="658"/>
                  </a:lnTo>
                  <a:lnTo>
                    <a:pt x="524" y="650"/>
                  </a:lnTo>
                  <a:lnTo>
                    <a:pt x="550" y="635"/>
                  </a:lnTo>
                  <a:lnTo>
                    <a:pt x="573" y="615"/>
                  </a:lnTo>
                  <a:lnTo>
                    <a:pt x="539" y="582"/>
                  </a:lnTo>
                  <a:lnTo>
                    <a:pt x="535" y="578"/>
                  </a:lnTo>
                  <a:lnTo>
                    <a:pt x="533" y="573"/>
                  </a:lnTo>
                  <a:lnTo>
                    <a:pt x="532" y="567"/>
                  </a:lnTo>
                  <a:lnTo>
                    <a:pt x="530" y="562"/>
                  </a:lnTo>
                  <a:lnTo>
                    <a:pt x="532" y="555"/>
                  </a:lnTo>
                  <a:lnTo>
                    <a:pt x="533" y="550"/>
                  </a:lnTo>
                  <a:lnTo>
                    <a:pt x="535" y="545"/>
                  </a:lnTo>
                  <a:lnTo>
                    <a:pt x="539" y="5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3" name="Freeform 3621">
              <a:extLst>
                <a:ext uri="{FF2B5EF4-FFF2-40B4-BE49-F238E27FC236}">
                  <a16:creationId xmlns:a16="http://schemas.microsoft.com/office/drawing/2014/main" id="{AD76D8F2-24A8-45C7-93D1-4E507EA27F85}"/>
                </a:ext>
              </a:extLst>
            </p:cNvPr>
            <p:cNvSpPr>
              <a:spLocks/>
            </p:cNvSpPr>
            <p:nvPr/>
          </p:nvSpPr>
          <p:spPr bwMode="auto">
            <a:xfrm>
              <a:off x="11109325" y="885825"/>
              <a:ext cx="123825" cy="71438"/>
            </a:xfrm>
            <a:custGeom>
              <a:avLst/>
              <a:gdLst>
                <a:gd name="T0" fmla="*/ 220 w 312"/>
                <a:gd name="T1" fmla="*/ 82 h 180"/>
                <a:gd name="T2" fmla="*/ 295 w 312"/>
                <a:gd name="T3" fmla="*/ 20 h 180"/>
                <a:gd name="T4" fmla="*/ 299 w 312"/>
                <a:gd name="T5" fmla="*/ 16 h 180"/>
                <a:gd name="T6" fmla="*/ 300 w 312"/>
                <a:gd name="T7" fmla="*/ 13 h 180"/>
                <a:gd name="T8" fmla="*/ 299 w 312"/>
                <a:gd name="T9" fmla="*/ 7 h 180"/>
                <a:gd name="T10" fmla="*/ 296 w 312"/>
                <a:gd name="T11" fmla="*/ 4 h 180"/>
                <a:gd name="T12" fmla="*/ 294 w 312"/>
                <a:gd name="T13" fmla="*/ 1 h 180"/>
                <a:gd name="T14" fmla="*/ 288 w 312"/>
                <a:gd name="T15" fmla="*/ 0 h 180"/>
                <a:gd name="T16" fmla="*/ 285 w 312"/>
                <a:gd name="T17" fmla="*/ 0 h 180"/>
                <a:gd name="T18" fmla="*/ 279 w 312"/>
                <a:gd name="T19" fmla="*/ 2 h 180"/>
                <a:gd name="T20" fmla="*/ 155 w 312"/>
                <a:gd name="T21" fmla="*/ 104 h 180"/>
                <a:gd name="T22" fmla="*/ 30 w 312"/>
                <a:gd name="T23" fmla="*/ 2 h 180"/>
                <a:gd name="T24" fmla="*/ 26 w 312"/>
                <a:gd name="T25" fmla="*/ 0 h 180"/>
                <a:gd name="T26" fmla="*/ 21 w 312"/>
                <a:gd name="T27" fmla="*/ 0 h 180"/>
                <a:gd name="T28" fmla="*/ 18 w 312"/>
                <a:gd name="T29" fmla="*/ 1 h 180"/>
                <a:gd name="T30" fmla="*/ 14 w 312"/>
                <a:gd name="T31" fmla="*/ 4 h 180"/>
                <a:gd name="T32" fmla="*/ 11 w 312"/>
                <a:gd name="T33" fmla="*/ 7 h 180"/>
                <a:gd name="T34" fmla="*/ 11 w 312"/>
                <a:gd name="T35" fmla="*/ 13 h 180"/>
                <a:gd name="T36" fmla="*/ 12 w 312"/>
                <a:gd name="T37" fmla="*/ 16 h 180"/>
                <a:gd name="T38" fmla="*/ 15 w 312"/>
                <a:gd name="T39" fmla="*/ 20 h 180"/>
                <a:gd name="T40" fmla="*/ 91 w 312"/>
                <a:gd name="T41" fmla="*/ 82 h 180"/>
                <a:gd name="T42" fmla="*/ 3 w 312"/>
                <a:gd name="T43" fmla="*/ 159 h 180"/>
                <a:gd name="T44" fmla="*/ 1 w 312"/>
                <a:gd name="T45" fmla="*/ 162 h 180"/>
                <a:gd name="T46" fmla="*/ 0 w 312"/>
                <a:gd name="T47" fmla="*/ 167 h 180"/>
                <a:gd name="T48" fmla="*/ 0 w 312"/>
                <a:gd name="T49" fmla="*/ 172 h 180"/>
                <a:gd name="T50" fmla="*/ 2 w 312"/>
                <a:gd name="T51" fmla="*/ 176 h 180"/>
                <a:gd name="T52" fmla="*/ 6 w 312"/>
                <a:gd name="T53" fmla="*/ 178 h 180"/>
                <a:gd name="T54" fmla="*/ 11 w 312"/>
                <a:gd name="T55" fmla="*/ 180 h 180"/>
                <a:gd name="T56" fmla="*/ 15 w 312"/>
                <a:gd name="T57" fmla="*/ 178 h 180"/>
                <a:gd name="T58" fmla="*/ 19 w 312"/>
                <a:gd name="T59" fmla="*/ 177 h 180"/>
                <a:gd name="T60" fmla="*/ 110 w 312"/>
                <a:gd name="T61" fmla="*/ 97 h 180"/>
                <a:gd name="T62" fmla="*/ 147 w 312"/>
                <a:gd name="T63" fmla="*/ 128 h 180"/>
                <a:gd name="T64" fmla="*/ 151 w 312"/>
                <a:gd name="T65" fmla="*/ 131 h 180"/>
                <a:gd name="T66" fmla="*/ 155 w 312"/>
                <a:gd name="T67" fmla="*/ 132 h 180"/>
                <a:gd name="T68" fmla="*/ 159 w 312"/>
                <a:gd name="T69" fmla="*/ 131 h 180"/>
                <a:gd name="T70" fmla="*/ 163 w 312"/>
                <a:gd name="T71" fmla="*/ 128 h 180"/>
                <a:gd name="T72" fmla="*/ 201 w 312"/>
                <a:gd name="T73" fmla="*/ 97 h 180"/>
                <a:gd name="T74" fmla="*/ 291 w 312"/>
                <a:gd name="T75" fmla="*/ 177 h 180"/>
                <a:gd name="T76" fmla="*/ 295 w 312"/>
                <a:gd name="T77" fmla="*/ 178 h 180"/>
                <a:gd name="T78" fmla="*/ 300 w 312"/>
                <a:gd name="T79" fmla="*/ 180 h 180"/>
                <a:gd name="T80" fmla="*/ 304 w 312"/>
                <a:gd name="T81" fmla="*/ 178 h 180"/>
                <a:gd name="T82" fmla="*/ 309 w 312"/>
                <a:gd name="T83" fmla="*/ 176 h 180"/>
                <a:gd name="T84" fmla="*/ 310 w 312"/>
                <a:gd name="T85" fmla="*/ 172 h 180"/>
                <a:gd name="T86" fmla="*/ 312 w 312"/>
                <a:gd name="T87" fmla="*/ 167 h 180"/>
                <a:gd name="T88" fmla="*/ 310 w 312"/>
                <a:gd name="T89" fmla="*/ 162 h 180"/>
                <a:gd name="T90" fmla="*/ 308 w 312"/>
                <a:gd name="T91" fmla="*/ 159 h 180"/>
                <a:gd name="T92" fmla="*/ 220 w 312"/>
                <a:gd name="T93" fmla="*/ 82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12" h="180">
                  <a:moveTo>
                    <a:pt x="220" y="82"/>
                  </a:moveTo>
                  <a:lnTo>
                    <a:pt x="295" y="20"/>
                  </a:lnTo>
                  <a:lnTo>
                    <a:pt x="299" y="16"/>
                  </a:lnTo>
                  <a:lnTo>
                    <a:pt x="300" y="13"/>
                  </a:lnTo>
                  <a:lnTo>
                    <a:pt x="299" y="7"/>
                  </a:lnTo>
                  <a:lnTo>
                    <a:pt x="296" y="4"/>
                  </a:lnTo>
                  <a:lnTo>
                    <a:pt x="294" y="1"/>
                  </a:lnTo>
                  <a:lnTo>
                    <a:pt x="288" y="0"/>
                  </a:lnTo>
                  <a:lnTo>
                    <a:pt x="285" y="0"/>
                  </a:lnTo>
                  <a:lnTo>
                    <a:pt x="279" y="2"/>
                  </a:lnTo>
                  <a:lnTo>
                    <a:pt x="155" y="104"/>
                  </a:lnTo>
                  <a:lnTo>
                    <a:pt x="30" y="2"/>
                  </a:lnTo>
                  <a:lnTo>
                    <a:pt x="26" y="0"/>
                  </a:lnTo>
                  <a:lnTo>
                    <a:pt x="21" y="0"/>
                  </a:lnTo>
                  <a:lnTo>
                    <a:pt x="18" y="1"/>
                  </a:lnTo>
                  <a:lnTo>
                    <a:pt x="14" y="4"/>
                  </a:lnTo>
                  <a:lnTo>
                    <a:pt x="11" y="7"/>
                  </a:lnTo>
                  <a:lnTo>
                    <a:pt x="11" y="13"/>
                  </a:lnTo>
                  <a:lnTo>
                    <a:pt x="12" y="16"/>
                  </a:lnTo>
                  <a:lnTo>
                    <a:pt x="15" y="20"/>
                  </a:lnTo>
                  <a:lnTo>
                    <a:pt x="91" y="82"/>
                  </a:lnTo>
                  <a:lnTo>
                    <a:pt x="3" y="159"/>
                  </a:lnTo>
                  <a:lnTo>
                    <a:pt x="1" y="162"/>
                  </a:lnTo>
                  <a:lnTo>
                    <a:pt x="0" y="167"/>
                  </a:lnTo>
                  <a:lnTo>
                    <a:pt x="0" y="172"/>
                  </a:lnTo>
                  <a:lnTo>
                    <a:pt x="2" y="176"/>
                  </a:lnTo>
                  <a:lnTo>
                    <a:pt x="6" y="178"/>
                  </a:lnTo>
                  <a:lnTo>
                    <a:pt x="11" y="180"/>
                  </a:lnTo>
                  <a:lnTo>
                    <a:pt x="15" y="178"/>
                  </a:lnTo>
                  <a:lnTo>
                    <a:pt x="19" y="177"/>
                  </a:lnTo>
                  <a:lnTo>
                    <a:pt x="110" y="97"/>
                  </a:lnTo>
                  <a:lnTo>
                    <a:pt x="147" y="128"/>
                  </a:lnTo>
                  <a:lnTo>
                    <a:pt x="151" y="131"/>
                  </a:lnTo>
                  <a:lnTo>
                    <a:pt x="155" y="132"/>
                  </a:lnTo>
                  <a:lnTo>
                    <a:pt x="159" y="131"/>
                  </a:lnTo>
                  <a:lnTo>
                    <a:pt x="163" y="128"/>
                  </a:lnTo>
                  <a:lnTo>
                    <a:pt x="201" y="97"/>
                  </a:lnTo>
                  <a:lnTo>
                    <a:pt x="291" y="177"/>
                  </a:lnTo>
                  <a:lnTo>
                    <a:pt x="295" y="178"/>
                  </a:lnTo>
                  <a:lnTo>
                    <a:pt x="300" y="180"/>
                  </a:lnTo>
                  <a:lnTo>
                    <a:pt x="304" y="178"/>
                  </a:lnTo>
                  <a:lnTo>
                    <a:pt x="309" y="176"/>
                  </a:lnTo>
                  <a:lnTo>
                    <a:pt x="310" y="172"/>
                  </a:lnTo>
                  <a:lnTo>
                    <a:pt x="312" y="167"/>
                  </a:lnTo>
                  <a:lnTo>
                    <a:pt x="310" y="162"/>
                  </a:lnTo>
                  <a:lnTo>
                    <a:pt x="308" y="159"/>
                  </a:lnTo>
                  <a:lnTo>
                    <a:pt x="220"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4" name="Freeform 3622">
              <a:extLst>
                <a:ext uri="{FF2B5EF4-FFF2-40B4-BE49-F238E27FC236}">
                  <a16:creationId xmlns:a16="http://schemas.microsoft.com/office/drawing/2014/main" id="{BFC5AFB5-B934-4878-815B-12196286A21C}"/>
                </a:ext>
              </a:extLst>
            </p:cNvPr>
            <p:cNvSpPr>
              <a:spLocks/>
            </p:cNvSpPr>
            <p:nvPr/>
          </p:nvSpPr>
          <p:spPr bwMode="auto">
            <a:xfrm>
              <a:off x="11250613" y="993775"/>
              <a:ext cx="63500" cy="63500"/>
            </a:xfrm>
            <a:custGeom>
              <a:avLst/>
              <a:gdLst>
                <a:gd name="T0" fmla="*/ 21 w 161"/>
                <a:gd name="T1" fmla="*/ 3 h 159"/>
                <a:gd name="T2" fmla="*/ 17 w 161"/>
                <a:gd name="T3" fmla="*/ 0 h 159"/>
                <a:gd name="T4" fmla="*/ 13 w 161"/>
                <a:gd name="T5" fmla="*/ 0 h 159"/>
                <a:gd name="T6" fmla="*/ 8 w 161"/>
                <a:gd name="T7" fmla="*/ 0 h 159"/>
                <a:gd name="T8" fmla="*/ 4 w 161"/>
                <a:gd name="T9" fmla="*/ 3 h 159"/>
                <a:gd name="T10" fmla="*/ 2 w 161"/>
                <a:gd name="T11" fmla="*/ 6 h 159"/>
                <a:gd name="T12" fmla="*/ 0 w 161"/>
                <a:gd name="T13" fmla="*/ 12 h 159"/>
                <a:gd name="T14" fmla="*/ 2 w 161"/>
                <a:gd name="T15" fmla="*/ 15 h 159"/>
                <a:gd name="T16" fmla="*/ 4 w 161"/>
                <a:gd name="T17" fmla="*/ 21 h 159"/>
                <a:gd name="T18" fmla="*/ 140 w 161"/>
                <a:gd name="T19" fmla="*/ 157 h 159"/>
                <a:gd name="T20" fmla="*/ 144 w 161"/>
                <a:gd name="T21" fmla="*/ 159 h 159"/>
                <a:gd name="T22" fmla="*/ 149 w 161"/>
                <a:gd name="T23" fmla="*/ 159 h 159"/>
                <a:gd name="T24" fmla="*/ 153 w 161"/>
                <a:gd name="T25" fmla="*/ 159 h 159"/>
                <a:gd name="T26" fmla="*/ 157 w 161"/>
                <a:gd name="T27" fmla="*/ 157 h 159"/>
                <a:gd name="T28" fmla="*/ 160 w 161"/>
                <a:gd name="T29" fmla="*/ 153 h 159"/>
                <a:gd name="T30" fmla="*/ 161 w 161"/>
                <a:gd name="T31" fmla="*/ 148 h 159"/>
                <a:gd name="T32" fmla="*/ 160 w 161"/>
                <a:gd name="T33" fmla="*/ 144 h 159"/>
                <a:gd name="T34" fmla="*/ 157 w 161"/>
                <a:gd name="T35" fmla="*/ 139 h 159"/>
                <a:gd name="T36" fmla="*/ 21 w 161"/>
                <a:gd name="T37" fmla="*/ 3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1" h="159">
                  <a:moveTo>
                    <a:pt x="21" y="3"/>
                  </a:moveTo>
                  <a:lnTo>
                    <a:pt x="17" y="0"/>
                  </a:lnTo>
                  <a:lnTo>
                    <a:pt x="13" y="0"/>
                  </a:lnTo>
                  <a:lnTo>
                    <a:pt x="8" y="0"/>
                  </a:lnTo>
                  <a:lnTo>
                    <a:pt x="4" y="3"/>
                  </a:lnTo>
                  <a:lnTo>
                    <a:pt x="2" y="6"/>
                  </a:lnTo>
                  <a:lnTo>
                    <a:pt x="0" y="12"/>
                  </a:lnTo>
                  <a:lnTo>
                    <a:pt x="2" y="15"/>
                  </a:lnTo>
                  <a:lnTo>
                    <a:pt x="4" y="21"/>
                  </a:lnTo>
                  <a:lnTo>
                    <a:pt x="140" y="157"/>
                  </a:lnTo>
                  <a:lnTo>
                    <a:pt x="144" y="159"/>
                  </a:lnTo>
                  <a:lnTo>
                    <a:pt x="149" y="159"/>
                  </a:lnTo>
                  <a:lnTo>
                    <a:pt x="153" y="159"/>
                  </a:lnTo>
                  <a:lnTo>
                    <a:pt x="157" y="157"/>
                  </a:lnTo>
                  <a:lnTo>
                    <a:pt x="160" y="153"/>
                  </a:lnTo>
                  <a:lnTo>
                    <a:pt x="161" y="148"/>
                  </a:lnTo>
                  <a:lnTo>
                    <a:pt x="160" y="144"/>
                  </a:lnTo>
                  <a:lnTo>
                    <a:pt x="157" y="139"/>
                  </a:lnTo>
                  <a:lnTo>
                    <a:pt x="21"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5" name="Freeform 3623">
              <a:extLst>
                <a:ext uri="{FF2B5EF4-FFF2-40B4-BE49-F238E27FC236}">
                  <a16:creationId xmlns:a16="http://schemas.microsoft.com/office/drawing/2014/main" id="{6FEA2310-F55A-42DA-913D-4342D4C4A861}"/>
                </a:ext>
              </a:extLst>
            </p:cNvPr>
            <p:cNvSpPr>
              <a:spLocks/>
            </p:cNvSpPr>
            <p:nvPr/>
          </p:nvSpPr>
          <p:spPr bwMode="auto">
            <a:xfrm>
              <a:off x="11028363" y="993775"/>
              <a:ext cx="63500" cy="63500"/>
            </a:xfrm>
            <a:custGeom>
              <a:avLst/>
              <a:gdLst>
                <a:gd name="T0" fmla="*/ 157 w 160"/>
                <a:gd name="T1" fmla="*/ 3 h 159"/>
                <a:gd name="T2" fmla="*/ 153 w 160"/>
                <a:gd name="T3" fmla="*/ 0 h 159"/>
                <a:gd name="T4" fmla="*/ 148 w 160"/>
                <a:gd name="T5" fmla="*/ 0 h 159"/>
                <a:gd name="T6" fmla="*/ 144 w 160"/>
                <a:gd name="T7" fmla="*/ 0 h 159"/>
                <a:gd name="T8" fmla="*/ 139 w 160"/>
                <a:gd name="T9" fmla="*/ 3 h 159"/>
                <a:gd name="T10" fmla="*/ 3 w 160"/>
                <a:gd name="T11" fmla="*/ 139 h 159"/>
                <a:gd name="T12" fmla="*/ 0 w 160"/>
                <a:gd name="T13" fmla="*/ 144 h 159"/>
                <a:gd name="T14" fmla="*/ 0 w 160"/>
                <a:gd name="T15" fmla="*/ 148 h 159"/>
                <a:gd name="T16" fmla="*/ 0 w 160"/>
                <a:gd name="T17" fmla="*/ 153 h 159"/>
                <a:gd name="T18" fmla="*/ 3 w 160"/>
                <a:gd name="T19" fmla="*/ 157 h 159"/>
                <a:gd name="T20" fmla="*/ 7 w 160"/>
                <a:gd name="T21" fmla="*/ 159 h 159"/>
                <a:gd name="T22" fmla="*/ 12 w 160"/>
                <a:gd name="T23" fmla="*/ 159 h 159"/>
                <a:gd name="T24" fmla="*/ 16 w 160"/>
                <a:gd name="T25" fmla="*/ 159 h 159"/>
                <a:gd name="T26" fmla="*/ 21 w 160"/>
                <a:gd name="T27" fmla="*/ 157 h 159"/>
                <a:gd name="T28" fmla="*/ 157 w 160"/>
                <a:gd name="T29" fmla="*/ 21 h 159"/>
                <a:gd name="T30" fmla="*/ 160 w 160"/>
                <a:gd name="T31" fmla="*/ 15 h 159"/>
                <a:gd name="T32" fmla="*/ 160 w 160"/>
                <a:gd name="T33" fmla="*/ 12 h 159"/>
                <a:gd name="T34" fmla="*/ 160 w 160"/>
                <a:gd name="T35" fmla="*/ 6 h 159"/>
                <a:gd name="T36" fmla="*/ 157 w 160"/>
                <a:gd name="T37" fmla="*/ 3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0" h="159">
                  <a:moveTo>
                    <a:pt x="157" y="3"/>
                  </a:moveTo>
                  <a:lnTo>
                    <a:pt x="153" y="0"/>
                  </a:lnTo>
                  <a:lnTo>
                    <a:pt x="148" y="0"/>
                  </a:lnTo>
                  <a:lnTo>
                    <a:pt x="144" y="0"/>
                  </a:lnTo>
                  <a:lnTo>
                    <a:pt x="139" y="3"/>
                  </a:lnTo>
                  <a:lnTo>
                    <a:pt x="3" y="139"/>
                  </a:lnTo>
                  <a:lnTo>
                    <a:pt x="0" y="144"/>
                  </a:lnTo>
                  <a:lnTo>
                    <a:pt x="0" y="148"/>
                  </a:lnTo>
                  <a:lnTo>
                    <a:pt x="0" y="153"/>
                  </a:lnTo>
                  <a:lnTo>
                    <a:pt x="3" y="157"/>
                  </a:lnTo>
                  <a:lnTo>
                    <a:pt x="7" y="159"/>
                  </a:lnTo>
                  <a:lnTo>
                    <a:pt x="12" y="159"/>
                  </a:lnTo>
                  <a:lnTo>
                    <a:pt x="16" y="159"/>
                  </a:lnTo>
                  <a:lnTo>
                    <a:pt x="21" y="157"/>
                  </a:lnTo>
                  <a:lnTo>
                    <a:pt x="157" y="21"/>
                  </a:lnTo>
                  <a:lnTo>
                    <a:pt x="160" y="15"/>
                  </a:lnTo>
                  <a:lnTo>
                    <a:pt x="160" y="12"/>
                  </a:lnTo>
                  <a:lnTo>
                    <a:pt x="160" y="6"/>
                  </a:lnTo>
                  <a:lnTo>
                    <a:pt x="157"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6" name="Freeform 3624">
              <a:extLst>
                <a:ext uri="{FF2B5EF4-FFF2-40B4-BE49-F238E27FC236}">
                  <a16:creationId xmlns:a16="http://schemas.microsoft.com/office/drawing/2014/main" id="{A80953AC-975D-4E59-BEC4-4B21BEA83C06}"/>
                </a:ext>
              </a:extLst>
            </p:cNvPr>
            <p:cNvSpPr>
              <a:spLocks/>
            </p:cNvSpPr>
            <p:nvPr/>
          </p:nvSpPr>
          <p:spPr bwMode="auto">
            <a:xfrm>
              <a:off x="11250613" y="771525"/>
              <a:ext cx="63500" cy="63500"/>
            </a:xfrm>
            <a:custGeom>
              <a:avLst/>
              <a:gdLst>
                <a:gd name="T0" fmla="*/ 4 w 161"/>
                <a:gd name="T1" fmla="*/ 156 h 160"/>
                <a:gd name="T2" fmla="*/ 8 w 161"/>
                <a:gd name="T3" fmla="*/ 159 h 160"/>
                <a:gd name="T4" fmla="*/ 12 w 161"/>
                <a:gd name="T5" fmla="*/ 160 h 160"/>
                <a:gd name="T6" fmla="*/ 17 w 161"/>
                <a:gd name="T7" fmla="*/ 159 h 160"/>
                <a:gd name="T8" fmla="*/ 21 w 161"/>
                <a:gd name="T9" fmla="*/ 156 h 160"/>
                <a:gd name="T10" fmla="*/ 157 w 161"/>
                <a:gd name="T11" fmla="*/ 20 h 160"/>
                <a:gd name="T12" fmla="*/ 160 w 161"/>
                <a:gd name="T13" fmla="*/ 16 h 160"/>
                <a:gd name="T14" fmla="*/ 161 w 161"/>
                <a:gd name="T15" fmla="*/ 11 h 160"/>
                <a:gd name="T16" fmla="*/ 160 w 161"/>
                <a:gd name="T17" fmla="*/ 7 h 160"/>
                <a:gd name="T18" fmla="*/ 157 w 161"/>
                <a:gd name="T19" fmla="*/ 4 h 160"/>
                <a:gd name="T20" fmla="*/ 153 w 161"/>
                <a:gd name="T21" fmla="*/ 1 h 160"/>
                <a:gd name="T22" fmla="*/ 149 w 161"/>
                <a:gd name="T23" fmla="*/ 0 h 160"/>
                <a:gd name="T24" fmla="*/ 144 w 161"/>
                <a:gd name="T25" fmla="*/ 1 h 160"/>
                <a:gd name="T26" fmla="*/ 140 w 161"/>
                <a:gd name="T27" fmla="*/ 4 h 160"/>
                <a:gd name="T28" fmla="*/ 4 w 161"/>
                <a:gd name="T29" fmla="*/ 140 h 160"/>
                <a:gd name="T30" fmla="*/ 2 w 161"/>
                <a:gd name="T31" fmla="*/ 144 h 160"/>
                <a:gd name="T32" fmla="*/ 0 w 161"/>
                <a:gd name="T33" fmla="*/ 147 h 160"/>
                <a:gd name="T34" fmla="*/ 2 w 161"/>
                <a:gd name="T35" fmla="*/ 153 h 160"/>
                <a:gd name="T36" fmla="*/ 4 w 161"/>
                <a:gd name="T37" fmla="*/ 15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1" h="160">
                  <a:moveTo>
                    <a:pt x="4" y="156"/>
                  </a:moveTo>
                  <a:lnTo>
                    <a:pt x="8" y="159"/>
                  </a:lnTo>
                  <a:lnTo>
                    <a:pt x="12" y="160"/>
                  </a:lnTo>
                  <a:lnTo>
                    <a:pt x="17" y="159"/>
                  </a:lnTo>
                  <a:lnTo>
                    <a:pt x="21" y="156"/>
                  </a:lnTo>
                  <a:lnTo>
                    <a:pt x="157" y="20"/>
                  </a:lnTo>
                  <a:lnTo>
                    <a:pt x="160" y="16"/>
                  </a:lnTo>
                  <a:lnTo>
                    <a:pt x="161" y="11"/>
                  </a:lnTo>
                  <a:lnTo>
                    <a:pt x="160" y="7"/>
                  </a:lnTo>
                  <a:lnTo>
                    <a:pt x="157" y="4"/>
                  </a:lnTo>
                  <a:lnTo>
                    <a:pt x="153" y="1"/>
                  </a:lnTo>
                  <a:lnTo>
                    <a:pt x="149" y="0"/>
                  </a:lnTo>
                  <a:lnTo>
                    <a:pt x="144" y="1"/>
                  </a:lnTo>
                  <a:lnTo>
                    <a:pt x="140" y="4"/>
                  </a:lnTo>
                  <a:lnTo>
                    <a:pt x="4" y="140"/>
                  </a:lnTo>
                  <a:lnTo>
                    <a:pt x="2" y="144"/>
                  </a:lnTo>
                  <a:lnTo>
                    <a:pt x="0" y="147"/>
                  </a:lnTo>
                  <a:lnTo>
                    <a:pt x="2" y="153"/>
                  </a:lnTo>
                  <a:lnTo>
                    <a:pt x="4"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7" name="Freeform 3625">
              <a:extLst>
                <a:ext uri="{FF2B5EF4-FFF2-40B4-BE49-F238E27FC236}">
                  <a16:creationId xmlns:a16="http://schemas.microsoft.com/office/drawing/2014/main" id="{DCEEE9E8-A5B3-4D81-814B-3132C0A5CC75}"/>
                </a:ext>
              </a:extLst>
            </p:cNvPr>
            <p:cNvSpPr>
              <a:spLocks/>
            </p:cNvSpPr>
            <p:nvPr/>
          </p:nvSpPr>
          <p:spPr bwMode="auto">
            <a:xfrm>
              <a:off x="11028363" y="771525"/>
              <a:ext cx="63500" cy="63500"/>
            </a:xfrm>
            <a:custGeom>
              <a:avLst/>
              <a:gdLst>
                <a:gd name="T0" fmla="*/ 139 w 160"/>
                <a:gd name="T1" fmla="*/ 156 h 160"/>
                <a:gd name="T2" fmla="*/ 144 w 160"/>
                <a:gd name="T3" fmla="*/ 159 h 160"/>
                <a:gd name="T4" fmla="*/ 148 w 160"/>
                <a:gd name="T5" fmla="*/ 160 h 160"/>
                <a:gd name="T6" fmla="*/ 153 w 160"/>
                <a:gd name="T7" fmla="*/ 159 h 160"/>
                <a:gd name="T8" fmla="*/ 157 w 160"/>
                <a:gd name="T9" fmla="*/ 156 h 160"/>
                <a:gd name="T10" fmla="*/ 160 w 160"/>
                <a:gd name="T11" fmla="*/ 153 h 160"/>
                <a:gd name="T12" fmla="*/ 160 w 160"/>
                <a:gd name="T13" fmla="*/ 149 h 160"/>
                <a:gd name="T14" fmla="*/ 160 w 160"/>
                <a:gd name="T15" fmla="*/ 144 h 160"/>
                <a:gd name="T16" fmla="*/ 157 w 160"/>
                <a:gd name="T17" fmla="*/ 140 h 160"/>
                <a:gd name="T18" fmla="*/ 21 w 160"/>
                <a:gd name="T19" fmla="*/ 4 h 160"/>
                <a:gd name="T20" fmla="*/ 16 w 160"/>
                <a:gd name="T21" fmla="*/ 1 h 160"/>
                <a:gd name="T22" fmla="*/ 12 w 160"/>
                <a:gd name="T23" fmla="*/ 0 h 160"/>
                <a:gd name="T24" fmla="*/ 7 w 160"/>
                <a:gd name="T25" fmla="*/ 1 h 160"/>
                <a:gd name="T26" fmla="*/ 3 w 160"/>
                <a:gd name="T27" fmla="*/ 4 h 160"/>
                <a:gd name="T28" fmla="*/ 0 w 160"/>
                <a:gd name="T29" fmla="*/ 7 h 160"/>
                <a:gd name="T30" fmla="*/ 0 w 160"/>
                <a:gd name="T31" fmla="*/ 11 h 160"/>
                <a:gd name="T32" fmla="*/ 0 w 160"/>
                <a:gd name="T33" fmla="*/ 16 h 160"/>
                <a:gd name="T34" fmla="*/ 3 w 160"/>
                <a:gd name="T35" fmla="*/ 20 h 160"/>
                <a:gd name="T36" fmla="*/ 139 w 160"/>
                <a:gd name="T37" fmla="*/ 15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0" h="160">
                  <a:moveTo>
                    <a:pt x="139" y="156"/>
                  </a:moveTo>
                  <a:lnTo>
                    <a:pt x="144" y="159"/>
                  </a:lnTo>
                  <a:lnTo>
                    <a:pt x="148" y="160"/>
                  </a:lnTo>
                  <a:lnTo>
                    <a:pt x="153" y="159"/>
                  </a:lnTo>
                  <a:lnTo>
                    <a:pt x="157" y="156"/>
                  </a:lnTo>
                  <a:lnTo>
                    <a:pt x="160" y="153"/>
                  </a:lnTo>
                  <a:lnTo>
                    <a:pt x="160" y="149"/>
                  </a:lnTo>
                  <a:lnTo>
                    <a:pt x="160" y="144"/>
                  </a:lnTo>
                  <a:lnTo>
                    <a:pt x="157" y="140"/>
                  </a:lnTo>
                  <a:lnTo>
                    <a:pt x="21" y="4"/>
                  </a:lnTo>
                  <a:lnTo>
                    <a:pt x="16" y="1"/>
                  </a:lnTo>
                  <a:lnTo>
                    <a:pt x="12" y="0"/>
                  </a:lnTo>
                  <a:lnTo>
                    <a:pt x="7" y="1"/>
                  </a:lnTo>
                  <a:lnTo>
                    <a:pt x="3" y="4"/>
                  </a:lnTo>
                  <a:lnTo>
                    <a:pt x="0" y="7"/>
                  </a:lnTo>
                  <a:lnTo>
                    <a:pt x="0" y="11"/>
                  </a:lnTo>
                  <a:lnTo>
                    <a:pt x="0" y="16"/>
                  </a:lnTo>
                  <a:lnTo>
                    <a:pt x="3" y="20"/>
                  </a:lnTo>
                  <a:lnTo>
                    <a:pt x="139"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18" name="Group 117" descr="Icon of boxes. ">
            <a:extLst>
              <a:ext uri="{FF2B5EF4-FFF2-40B4-BE49-F238E27FC236}">
                <a16:creationId xmlns:a16="http://schemas.microsoft.com/office/drawing/2014/main" id="{75BF619E-615D-4C1A-A3A1-04DFC90E2F3F}"/>
              </a:ext>
            </a:extLst>
          </p:cNvPr>
          <p:cNvGrpSpPr/>
          <p:nvPr/>
        </p:nvGrpSpPr>
        <p:grpSpPr>
          <a:xfrm>
            <a:off x="11058919" y="1368977"/>
            <a:ext cx="287337" cy="285750"/>
            <a:chOff x="5465763" y="3068638"/>
            <a:chExt cx="287337" cy="285750"/>
          </a:xfrm>
          <a:solidFill>
            <a:schemeClr val="bg1"/>
          </a:solidFill>
        </p:grpSpPr>
        <p:sp>
          <p:nvSpPr>
            <p:cNvPr id="119" name="Freeform 617">
              <a:extLst>
                <a:ext uri="{FF2B5EF4-FFF2-40B4-BE49-F238E27FC236}">
                  <a16:creationId xmlns:a16="http://schemas.microsoft.com/office/drawing/2014/main" id="{01C5157B-D811-44C7-8E5F-D3F25F98966E}"/>
                </a:ext>
              </a:extLst>
            </p:cNvPr>
            <p:cNvSpPr>
              <a:spLocks/>
            </p:cNvSpPr>
            <p:nvPr/>
          </p:nvSpPr>
          <p:spPr bwMode="auto">
            <a:xfrm>
              <a:off x="5564188" y="3068638"/>
              <a:ext cx="119063" cy="38100"/>
            </a:xfrm>
            <a:custGeom>
              <a:avLst/>
              <a:gdLst>
                <a:gd name="T0" fmla="*/ 375 w 375"/>
                <a:gd name="T1" fmla="*/ 62 h 120"/>
                <a:gd name="T2" fmla="*/ 374 w 375"/>
                <a:gd name="T3" fmla="*/ 62 h 120"/>
                <a:gd name="T4" fmla="*/ 373 w 375"/>
                <a:gd name="T5" fmla="*/ 61 h 120"/>
                <a:gd name="T6" fmla="*/ 193 w 375"/>
                <a:gd name="T7" fmla="*/ 1 h 120"/>
                <a:gd name="T8" fmla="*/ 188 w 375"/>
                <a:gd name="T9" fmla="*/ 0 h 120"/>
                <a:gd name="T10" fmla="*/ 183 w 375"/>
                <a:gd name="T11" fmla="*/ 1 h 120"/>
                <a:gd name="T12" fmla="*/ 2 w 375"/>
                <a:gd name="T13" fmla="*/ 61 h 120"/>
                <a:gd name="T14" fmla="*/ 1 w 375"/>
                <a:gd name="T15" fmla="*/ 62 h 120"/>
                <a:gd name="T16" fmla="*/ 0 w 375"/>
                <a:gd name="T17" fmla="*/ 62 h 120"/>
                <a:gd name="T18" fmla="*/ 188 w 375"/>
                <a:gd name="T19" fmla="*/ 120 h 120"/>
                <a:gd name="T20" fmla="*/ 375 w 375"/>
                <a:gd name="T21" fmla="*/ 6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5" h="120">
                  <a:moveTo>
                    <a:pt x="375" y="62"/>
                  </a:moveTo>
                  <a:lnTo>
                    <a:pt x="374" y="62"/>
                  </a:lnTo>
                  <a:lnTo>
                    <a:pt x="373" y="61"/>
                  </a:lnTo>
                  <a:lnTo>
                    <a:pt x="193" y="1"/>
                  </a:lnTo>
                  <a:lnTo>
                    <a:pt x="188" y="0"/>
                  </a:lnTo>
                  <a:lnTo>
                    <a:pt x="183" y="1"/>
                  </a:lnTo>
                  <a:lnTo>
                    <a:pt x="2" y="61"/>
                  </a:lnTo>
                  <a:lnTo>
                    <a:pt x="1" y="62"/>
                  </a:lnTo>
                  <a:lnTo>
                    <a:pt x="0" y="62"/>
                  </a:lnTo>
                  <a:lnTo>
                    <a:pt x="188" y="120"/>
                  </a:lnTo>
                  <a:lnTo>
                    <a:pt x="37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0" name="Freeform 618">
              <a:extLst>
                <a:ext uri="{FF2B5EF4-FFF2-40B4-BE49-F238E27FC236}">
                  <a16:creationId xmlns:a16="http://schemas.microsoft.com/office/drawing/2014/main" id="{90385080-F77C-4175-BA14-BE696271A7ED}"/>
                </a:ext>
              </a:extLst>
            </p:cNvPr>
            <p:cNvSpPr>
              <a:spLocks/>
            </p:cNvSpPr>
            <p:nvPr/>
          </p:nvSpPr>
          <p:spPr bwMode="auto">
            <a:xfrm>
              <a:off x="5629275" y="3097213"/>
              <a:ext cx="57150" cy="93663"/>
            </a:xfrm>
            <a:custGeom>
              <a:avLst/>
              <a:gdLst>
                <a:gd name="T0" fmla="*/ 181 w 181"/>
                <a:gd name="T1" fmla="*/ 210 h 295"/>
                <a:gd name="T2" fmla="*/ 181 w 181"/>
                <a:gd name="T3" fmla="*/ 0 h 295"/>
                <a:gd name="T4" fmla="*/ 0 w 181"/>
                <a:gd name="T5" fmla="*/ 56 h 295"/>
                <a:gd name="T6" fmla="*/ 0 w 181"/>
                <a:gd name="T7" fmla="*/ 295 h 295"/>
                <a:gd name="T8" fmla="*/ 171 w 181"/>
                <a:gd name="T9" fmla="*/ 224 h 295"/>
                <a:gd name="T10" fmla="*/ 174 w 181"/>
                <a:gd name="T11" fmla="*/ 222 h 295"/>
                <a:gd name="T12" fmla="*/ 178 w 181"/>
                <a:gd name="T13" fmla="*/ 219 h 295"/>
                <a:gd name="T14" fmla="*/ 180 w 181"/>
                <a:gd name="T15" fmla="*/ 215 h 295"/>
                <a:gd name="T16" fmla="*/ 181 w 181"/>
                <a:gd name="T17" fmla="*/ 210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1" h="295">
                  <a:moveTo>
                    <a:pt x="181" y="210"/>
                  </a:moveTo>
                  <a:lnTo>
                    <a:pt x="181" y="0"/>
                  </a:lnTo>
                  <a:lnTo>
                    <a:pt x="0" y="56"/>
                  </a:lnTo>
                  <a:lnTo>
                    <a:pt x="0" y="295"/>
                  </a:lnTo>
                  <a:lnTo>
                    <a:pt x="171" y="224"/>
                  </a:lnTo>
                  <a:lnTo>
                    <a:pt x="174" y="222"/>
                  </a:lnTo>
                  <a:lnTo>
                    <a:pt x="178" y="219"/>
                  </a:lnTo>
                  <a:lnTo>
                    <a:pt x="180" y="215"/>
                  </a:lnTo>
                  <a:lnTo>
                    <a:pt x="181" y="2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1" name="Freeform 619">
              <a:extLst>
                <a:ext uri="{FF2B5EF4-FFF2-40B4-BE49-F238E27FC236}">
                  <a16:creationId xmlns:a16="http://schemas.microsoft.com/office/drawing/2014/main" id="{B5ABC7AD-DBA6-420E-8EDC-F8D70A03499B}"/>
                </a:ext>
              </a:extLst>
            </p:cNvPr>
            <p:cNvSpPr>
              <a:spLocks/>
            </p:cNvSpPr>
            <p:nvPr/>
          </p:nvSpPr>
          <p:spPr bwMode="auto">
            <a:xfrm>
              <a:off x="5562600" y="3097213"/>
              <a:ext cx="57150" cy="93663"/>
            </a:xfrm>
            <a:custGeom>
              <a:avLst/>
              <a:gdLst>
                <a:gd name="T0" fmla="*/ 9 w 181"/>
                <a:gd name="T1" fmla="*/ 224 h 295"/>
                <a:gd name="T2" fmla="*/ 181 w 181"/>
                <a:gd name="T3" fmla="*/ 295 h 295"/>
                <a:gd name="T4" fmla="*/ 181 w 181"/>
                <a:gd name="T5" fmla="*/ 56 h 295"/>
                <a:gd name="T6" fmla="*/ 0 w 181"/>
                <a:gd name="T7" fmla="*/ 0 h 295"/>
                <a:gd name="T8" fmla="*/ 0 w 181"/>
                <a:gd name="T9" fmla="*/ 210 h 295"/>
                <a:gd name="T10" fmla="*/ 0 w 181"/>
                <a:gd name="T11" fmla="*/ 215 h 295"/>
                <a:gd name="T12" fmla="*/ 2 w 181"/>
                <a:gd name="T13" fmla="*/ 219 h 295"/>
                <a:gd name="T14" fmla="*/ 6 w 181"/>
                <a:gd name="T15" fmla="*/ 222 h 295"/>
                <a:gd name="T16" fmla="*/ 9 w 181"/>
                <a:gd name="T17" fmla="*/ 22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1" h="295">
                  <a:moveTo>
                    <a:pt x="9" y="224"/>
                  </a:moveTo>
                  <a:lnTo>
                    <a:pt x="181" y="295"/>
                  </a:lnTo>
                  <a:lnTo>
                    <a:pt x="181" y="56"/>
                  </a:lnTo>
                  <a:lnTo>
                    <a:pt x="0" y="0"/>
                  </a:lnTo>
                  <a:lnTo>
                    <a:pt x="0" y="210"/>
                  </a:lnTo>
                  <a:lnTo>
                    <a:pt x="0" y="215"/>
                  </a:lnTo>
                  <a:lnTo>
                    <a:pt x="2" y="219"/>
                  </a:lnTo>
                  <a:lnTo>
                    <a:pt x="6" y="222"/>
                  </a:lnTo>
                  <a:lnTo>
                    <a:pt x="9"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2" name="Freeform 620">
              <a:extLst>
                <a:ext uri="{FF2B5EF4-FFF2-40B4-BE49-F238E27FC236}">
                  <a16:creationId xmlns:a16="http://schemas.microsoft.com/office/drawing/2014/main" id="{9AF2E18D-3033-4D0D-B36E-B08820967CFC}"/>
                </a:ext>
              </a:extLst>
            </p:cNvPr>
            <p:cNvSpPr>
              <a:spLocks/>
            </p:cNvSpPr>
            <p:nvPr/>
          </p:nvSpPr>
          <p:spPr bwMode="auto">
            <a:xfrm>
              <a:off x="5705475" y="3217863"/>
              <a:ext cx="47625" cy="77788"/>
            </a:xfrm>
            <a:custGeom>
              <a:avLst/>
              <a:gdLst>
                <a:gd name="T0" fmla="*/ 0 w 150"/>
                <a:gd name="T1" fmla="*/ 67 h 249"/>
                <a:gd name="T2" fmla="*/ 0 w 150"/>
                <a:gd name="T3" fmla="*/ 249 h 249"/>
                <a:gd name="T4" fmla="*/ 141 w 150"/>
                <a:gd name="T5" fmla="*/ 177 h 249"/>
                <a:gd name="T6" fmla="*/ 146 w 150"/>
                <a:gd name="T7" fmla="*/ 175 h 249"/>
                <a:gd name="T8" fmla="*/ 148 w 150"/>
                <a:gd name="T9" fmla="*/ 171 h 249"/>
                <a:gd name="T10" fmla="*/ 149 w 150"/>
                <a:gd name="T11" fmla="*/ 168 h 249"/>
                <a:gd name="T12" fmla="*/ 150 w 150"/>
                <a:gd name="T13" fmla="*/ 164 h 249"/>
                <a:gd name="T14" fmla="*/ 150 w 150"/>
                <a:gd name="T15" fmla="*/ 0 h 249"/>
                <a:gd name="T16" fmla="*/ 0 w 150"/>
                <a:gd name="T17" fmla="*/ 67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0" h="249">
                  <a:moveTo>
                    <a:pt x="0" y="67"/>
                  </a:moveTo>
                  <a:lnTo>
                    <a:pt x="0" y="249"/>
                  </a:lnTo>
                  <a:lnTo>
                    <a:pt x="141" y="177"/>
                  </a:lnTo>
                  <a:lnTo>
                    <a:pt x="146" y="175"/>
                  </a:lnTo>
                  <a:lnTo>
                    <a:pt x="148" y="171"/>
                  </a:lnTo>
                  <a:lnTo>
                    <a:pt x="149" y="168"/>
                  </a:lnTo>
                  <a:lnTo>
                    <a:pt x="150" y="164"/>
                  </a:lnTo>
                  <a:lnTo>
                    <a:pt x="150"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3" name="Freeform 621">
              <a:extLst>
                <a:ext uri="{FF2B5EF4-FFF2-40B4-BE49-F238E27FC236}">
                  <a16:creationId xmlns:a16="http://schemas.microsoft.com/office/drawing/2014/main" id="{10DED026-CA17-4314-AA7F-A291474A64A7}"/>
                </a:ext>
              </a:extLst>
            </p:cNvPr>
            <p:cNvSpPr>
              <a:spLocks/>
            </p:cNvSpPr>
            <p:nvPr/>
          </p:nvSpPr>
          <p:spPr bwMode="auto">
            <a:xfrm>
              <a:off x="5656263" y="3192463"/>
              <a:ext cx="88900" cy="38100"/>
            </a:xfrm>
            <a:custGeom>
              <a:avLst/>
              <a:gdLst>
                <a:gd name="T0" fmla="*/ 146 w 281"/>
                <a:gd name="T1" fmla="*/ 2 h 120"/>
                <a:gd name="T2" fmla="*/ 143 w 281"/>
                <a:gd name="T3" fmla="*/ 0 h 120"/>
                <a:gd name="T4" fmla="*/ 141 w 281"/>
                <a:gd name="T5" fmla="*/ 0 h 120"/>
                <a:gd name="T6" fmla="*/ 138 w 281"/>
                <a:gd name="T7" fmla="*/ 0 h 120"/>
                <a:gd name="T8" fmla="*/ 134 w 281"/>
                <a:gd name="T9" fmla="*/ 2 h 120"/>
                <a:gd name="T10" fmla="*/ 0 w 281"/>
                <a:gd name="T11" fmla="*/ 55 h 120"/>
                <a:gd name="T12" fmla="*/ 141 w 281"/>
                <a:gd name="T13" fmla="*/ 120 h 120"/>
                <a:gd name="T14" fmla="*/ 281 w 281"/>
                <a:gd name="T15" fmla="*/ 55 h 120"/>
                <a:gd name="T16" fmla="*/ 146 w 281"/>
                <a:gd name="T17" fmla="*/ 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1" h="120">
                  <a:moveTo>
                    <a:pt x="146" y="2"/>
                  </a:moveTo>
                  <a:lnTo>
                    <a:pt x="143" y="0"/>
                  </a:lnTo>
                  <a:lnTo>
                    <a:pt x="141" y="0"/>
                  </a:lnTo>
                  <a:lnTo>
                    <a:pt x="138" y="0"/>
                  </a:lnTo>
                  <a:lnTo>
                    <a:pt x="134" y="2"/>
                  </a:lnTo>
                  <a:lnTo>
                    <a:pt x="0" y="55"/>
                  </a:lnTo>
                  <a:lnTo>
                    <a:pt x="141" y="120"/>
                  </a:lnTo>
                  <a:lnTo>
                    <a:pt x="281" y="55"/>
                  </a:lnTo>
                  <a:lnTo>
                    <a:pt x="146"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4" name="Freeform 622">
              <a:extLst>
                <a:ext uri="{FF2B5EF4-FFF2-40B4-BE49-F238E27FC236}">
                  <a16:creationId xmlns:a16="http://schemas.microsoft.com/office/drawing/2014/main" id="{AC238F9B-3904-4E03-9BCD-C8546D347A83}"/>
                </a:ext>
              </a:extLst>
            </p:cNvPr>
            <p:cNvSpPr>
              <a:spLocks/>
            </p:cNvSpPr>
            <p:nvPr/>
          </p:nvSpPr>
          <p:spPr bwMode="auto">
            <a:xfrm>
              <a:off x="5648325" y="3217863"/>
              <a:ext cx="47625" cy="77788"/>
            </a:xfrm>
            <a:custGeom>
              <a:avLst/>
              <a:gdLst>
                <a:gd name="T0" fmla="*/ 0 w 151"/>
                <a:gd name="T1" fmla="*/ 164 h 249"/>
                <a:gd name="T2" fmla="*/ 1 w 151"/>
                <a:gd name="T3" fmla="*/ 167 h 249"/>
                <a:gd name="T4" fmla="*/ 2 w 151"/>
                <a:gd name="T5" fmla="*/ 171 h 249"/>
                <a:gd name="T6" fmla="*/ 5 w 151"/>
                <a:gd name="T7" fmla="*/ 175 h 249"/>
                <a:gd name="T8" fmla="*/ 8 w 151"/>
                <a:gd name="T9" fmla="*/ 177 h 249"/>
                <a:gd name="T10" fmla="*/ 151 w 151"/>
                <a:gd name="T11" fmla="*/ 249 h 249"/>
                <a:gd name="T12" fmla="*/ 151 w 151"/>
                <a:gd name="T13" fmla="*/ 67 h 249"/>
                <a:gd name="T14" fmla="*/ 0 w 151"/>
                <a:gd name="T15" fmla="*/ 0 h 249"/>
                <a:gd name="T16" fmla="*/ 0 w 151"/>
                <a:gd name="T17" fmla="*/ 164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 h="249">
                  <a:moveTo>
                    <a:pt x="0" y="164"/>
                  </a:moveTo>
                  <a:lnTo>
                    <a:pt x="1" y="167"/>
                  </a:lnTo>
                  <a:lnTo>
                    <a:pt x="2" y="171"/>
                  </a:lnTo>
                  <a:lnTo>
                    <a:pt x="5" y="175"/>
                  </a:lnTo>
                  <a:lnTo>
                    <a:pt x="8" y="177"/>
                  </a:lnTo>
                  <a:lnTo>
                    <a:pt x="151" y="249"/>
                  </a:lnTo>
                  <a:lnTo>
                    <a:pt x="151" y="67"/>
                  </a:lnTo>
                  <a:lnTo>
                    <a:pt x="0" y="0"/>
                  </a:lnTo>
                  <a:lnTo>
                    <a:pt x="0" y="1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5" name="Freeform 623">
              <a:extLst>
                <a:ext uri="{FF2B5EF4-FFF2-40B4-BE49-F238E27FC236}">
                  <a16:creationId xmlns:a16="http://schemas.microsoft.com/office/drawing/2014/main" id="{19E2AFFE-6F2F-4A41-BE44-30D95498EF5A}"/>
                </a:ext>
              </a:extLst>
            </p:cNvPr>
            <p:cNvSpPr>
              <a:spLocks/>
            </p:cNvSpPr>
            <p:nvPr/>
          </p:nvSpPr>
          <p:spPr bwMode="auto">
            <a:xfrm>
              <a:off x="5475288" y="3201988"/>
              <a:ext cx="144463" cy="47625"/>
            </a:xfrm>
            <a:custGeom>
              <a:avLst/>
              <a:gdLst>
                <a:gd name="T0" fmla="*/ 231 w 452"/>
                <a:gd name="T1" fmla="*/ 2 h 151"/>
                <a:gd name="T2" fmla="*/ 225 w 452"/>
                <a:gd name="T3" fmla="*/ 0 h 151"/>
                <a:gd name="T4" fmla="*/ 221 w 452"/>
                <a:gd name="T5" fmla="*/ 2 h 151"/>
                <a:gd name="T6" fmla="*/ 0 w 452"/>
                <a:gd name="T7" fmla="*/ 70 h 151"/>
                <a:gd name="T8" fmla="*/ 225 w 452"/>
                <a:gd name="T9" fmla="*/ 151 h 151"/>
                <a:gd name="T10" fmla="*/ 452 w 452"/>
                <a:gd name="T11" fmla="*/ 70 h 151"/>
                <a:gd name="T12" fmla="*/ 231 w 452"/>
                <a:gd name="T13" fmla="*/ 2 h 151"/>
              </a:gdLst>
              <a:ahLst/>
              <a:cxnLst>
                <a:cxn ang="0">
                  <a:pos x="T0" y="T1"/>
                </a:cxn>
                <a:cxn ang="0">
                  <a:pos x="T2" y="T3"/>
                </a:cxn>
                <a:cxn ang="0">
                  <a:pos x="T4" y="T5"/>
                </a:cxn>
                <a:cxn ang="0">
                  <a:pos x="T6" y="T7"/>
                </a:cxn>
                <a:cxn ang="0">
                  <a:pos x="T8" y="T9"/>
                </a:cxn>
                <a:cxn ang="0">
                  <a:pos x="T10" y="T11"/>
                </a:cxn>
                <a:cxn ang="0">
                  <a:pos x="T12" y="T13"/>
                </a:cxn>
              </a:cxnLst>
              <a:rect l="0" t="0" r="r" b="b"/>
              <a:pathLst>
                <a:path w="452" h="151">
                  <a:moveTo>
                    <a:pt x="231" y="2"/>
                  </a:moveTo>
                  <a:lnTo>
                    <a:pt x="225" y="0"/>
                  </a:lnTo>
                  <a:lnTo>
                    <a:pt x="221" y="2"/>
                  </a:lnTo>
                  <a:lnTo>
                    <a:pt x="0" y="70"/>
                  </a:lnTo>
                  <a:lnTo>
                    <a:pt x="225" y="151"/>
                  </a:lnTo>
                  <a:lnTo>
                    <a:pt x="452" y="70"/>
                  </a:lnTo>
                  <a:lnTo>
                    <a:pt x="231"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6" name="Freeform 624">
              <a:extLst>
                <a:ext uri="{FF2B5EF4-FFF2-40B4-BE49-F238E27FC236}">
                  <a16:creationId xmlns:a16="http://schemas.microsoft.com/office/drawing/2014/main" id="{5BB7C855-93D5-43D5-9ED8-FD815B08E3D7}"/>
                </a:ext>
              </a:extLst>
            </p:cNvPr>
            <p:cNvSpPr>
              <a:spLocks/>
            </p:cNvSpPr>
            <p:nvPr/>
          </p:nvSpPr>
          <p:spPr bwMode="auto">
            <a:xfrm>
              <a:off x="5465763" y="3230563"/>
              <a:ext cx="76200" cy="123825"/>
            </a:xfrm>
            <a:custGeom>
              <a:avLst/>
              <a:gdLst>
                <a:gd name="T0" fmla="*/ 0 w 240"/>
                <a:gd name="T1" fmla="*/ 285 h 386"/>
                <a:gd name="T2" fmla="*/ 1 w 240"/>
                <a:gd name="T3" fmla="*/ 289 h 386"/>
                <a:gd name="T4" fmla="*/ 2 w 240"/>
                <a:gd name="T5" fmla="*/ 294 h 386"/>
                <a:gd name="T6" fmla="*/ 5 w 240"/>
                <a:gd name="T7" fmla="*/ 297 h 386"/>
                <a:gd name="T8" fmla="*/ 10 w 240"/>
                <a:gd name="T9" fmla="*/ 299 h 386"/>
                <a:gd name="T10" fmla="*/ 240 w 240"/>
                <a:gd name="T11" fmla="*/ 386 h 386"/>
                <a:gd name="T12" fmla="*/ 240 w 240"/>
                <a:gd name="T13" fmla="*/ 84 h 386"/>
                <a:gd name="T14" fmla="*/ 0 w 240"/>
                <a:gd name="T15" fmla="*/ 0 h 386"/>
                <a:gd name="T16" fmla="*/ 0 w 240"/>
                <a:gd name="T17" fmla="*/ 285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0" h="386">
                  <a:moveTo>
                    <a:pt x="0" y="285"/>
                  </a:moveTo>
                  <a:lnTo>
                    <a:pt x="1" y="289"/>
                  </a:lnTo>
                  <a:lnTo>
                    <a:pt x="2" y="294"/>
                  </a:lnTo>
                  <a:lnTo>
                    <a:pt x="5" y="297"/>
                  </a:lnTo>
                  <a:lnTo>
                    <a:pt x="10" y="299"/>
                  </a:lnTo>
                  <a:lnTo>
                    <a:pt x="240" y="386"/>
                  </a:lnTo>
                  <a:lnTo>
                    <a:pt x="240" y="84"/>
                  </a:lnTo>
                  <a:lnTo>
                    <a:pt x="0" y="0"/>
                  </a:lnTo>
                  <a:lnTo>
                    <a:pt x="0" y="2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7" name="Freeform 625">
              <a:extLst>
                <a:ext uri="{FF2B5EF4-FFF2-40B4-BE49-F238E27FC236}">
                  <a16:creationId xmlns:a16="http://schemas.microsoft.com/office/drawing/2014/main" id="{AE6F08CF-736A-40B8-AEB8-D64B67F37878}"/>
                </a:ext>
              </a:extLst>
            </p:cNvPr>
            <p:cNvSpPr>
              <a:spLocks/>
            </p:cNvSpPr>
            <p:nvPr/>
          </p:nvSpPr>
          <p:spPr bwMode="auto">
            <a:xfrm>
              <a:off x="5553075" y="3230563"/>
              <a:ext cx="76200" cy="123825"/>
            </a:xfrm>
            <a:custGeom>
              <a:avLst/>
              <a:gdLst>
                <a:gd name="T0" fmla="*/ 0 w 241"/>
                <a:gd name="T1" fmla="*/ 386 h 386"/>
                <a:gd name="T2" fmla="*/ 231 w 241"/>
                <a:gd name="T3" fmla="*/ 299 h 386"/>
                <a:gd name="T4" fmla="*/ 235 w 241"/>
                <a:gd name="T5" fmla="*/ 297 h 386"/>
                <a:gd name="T6" fmla="*/ 238 w 241"/>
                <a:gd name="T7" fmla="*/ 294 h 386"/>
                <a:gd name="T8" fmla="*/ 239 w 241"/>
                <a:gd name="T9" fmla="*/ 289 h 386"/>
                <a:gd name="T10" fmla="*/ 241 w 241"/>
                <a:gd name="T11" fmla="*/ 285 h 386"/>
                <a:gd name="T12" fmla="*/ 241 w 241"/>
                <a:gd name="T13" fmla="*/ 0 h 386"/>
                <a:gd name="T14" fmla="*/ 0 w 241"/>
                <a:gd name="T15" fmla="*/ 84 h 386"/>
                <a:gd name="T16" fmla="*/ 0 w 241"/>
                <a:gd name="T1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1" h="386">
                  <a:moveTo>
                    <a:pt x="0" y="386"/>
                  </a:moveTo>
                  <a:lnTo>
                    <a:pt x="231" y="299"/>
                  </a:lnTo>
                  <a:lnTo>
                    <a:pt x="235" y="297"/>
                  </a:lnTo>
                  <a:lnTo>
                    <a:pt x="238" y="294"/>
                  </a:lnTo>
                  <a:lnTo>
                    <a:pt x="239" y="289"/>
                  </a:lnTo>
                  <a:lnTo>
                    <a:pt x="241" y="285"/>
                  </a:lnTo>
                  <a:lnTo>
                    <a:pt x="241" y="0"/>
                  </a:lnTo>
                  <a:lnTo>
                    <a:pt x="0" y="84"/>
                  </a:lnTo>
                  <a:lnTo>
                    <a:pt x="0" y="3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28" name="Group 127" descr="Icon of human being and speech bubble. ">
            <a:extLst>
              <a:ext uri="{FF2B5EF4-FFF2-40B4-BE49-F238E27FC236}">
                <a16:creationId xmlns:a16="http://schemas.microsoft.com/office/drawing/2014/main" id="{E7EE81F4-E278-4BA7-8923-0D6DD1FEBDFA}"/>
              </a:ext>
            </a:extLst>
          </p:cNvPr>
          <p:cNvGrpSpPr/>
          <p:nvPr/>
        </p:nvGrpSpPr>
        <p:grpSpPr>
          <a:xfrm>
            <a:off x="9918300" y="1368977"/>
            <a:ext cx="284163" cy="285751"/>
            <a:chOff x="3171788" y="779462"/>
            <a:chExt cx="284163" cy="285751"/>
          </a:xfrm>
          <a:solidFill>
            <a:schemeClr val="bg1"/>
          </a:solidFill>
        </p:grpSpPr>
        <p:sp>
          <p:nvSpPr>
            <p:cNvPr id="129" name="Freeform 2993">
              <a:extLst>
                <a:ext uri="{FF2B5EF4-FFF2-40B4-BE49-F238E27FC236}">
                  <a16:creationId xmlns:a16="http://schemas.microsoft.com/office/drawing/2014/main" id="{DA50A160-1A41-427D-BA06-CB32B8C49A81}"/>
                </a:ext>
              </a:extLst>
            </p:cNvPr>
            <p:cNvSpPr>
              <a:spLocks noEditPoints="1"/>
            </p:cNvSpPr>
            <p:nvPr/>
          </p:nvSpPr>
          <p:spPr bwMode="auto">
            <a:xfrm>
              <a:off x="3290851" y="779462"/>
              <a:ext cx="165100" cy="196850"/>
            </a:xfrm>
            <a:custGeom>
              <a:avLst/>
              <a:gdLst>
                <a:gd name="T0" fmla="*/ 291 w 416"/>
                <a:gd name="T1" fmla="*/ 221 h 493"/>
                <a:gd name="T2" fmla="*/ 339 w 416"/>
                <a:gd name="T3" fmla="*/ 173 h 493"/>
                <a:gd name="T4" fmla="*/ 242 w 416"/>
                <a:gd name="T5" fmla="*/ 221 h 493"/>
                <a:gd name="T6" fmla="*/ 195 w 416"/>
                <a:gd name="T7" fmla="*/ 173 h 493"/>
                <a:gd name="T8" fmla="*/ 242 w 416"/>
                <a:gd name="T9" fmla="*/ 221 h 493"/>
                <a:gd name="T10" fmla="*/ 99 w 416"/>
                <a:gd name="T11" fmla="*/ 221 h 493"/>
                <a:gd name="T12" fmla="*/ 147 w 416"/>
                <a:gd name="T13" fmla="*/ 173 h 493"/>
                <a:gd name="T14" fmla="*/ 208 w 416"/>
                <a:gd name="T15" fmla="*/ 0 h 493"/>
                <a:gd name="T16" fmla="*/ 166 w 416"/>
                <a:gd name="T17" fmla="*/ 3 h 493"/>
                <a:gd name="T18" fmla="*/ 127 w 416"/>
                <a:gd name="T19" fmla="*/ 15 h 493"/>
                <a:gd name="T20" fmla="*/ 92 w 416"/>
                <a:gd name="T21" fmla="*/ 33 h 493"/>
                <a:gd name="T22" fmla="*/ 61 w 416"/>
                <a:gd name="T23" fmla="*/ 57 h 493"/>
                <a:gd name="T24" fmla="*/ 35 w 416"/>
                <a:gd name="T25" fmla="*/ 85 h 493"/>
                <a:gd name="T26" fmla="*/ 16 w 416"/>
                <a:gd name="T27" fmla="*/ 117 h 493"/>
                <a:gd name="T28" fmla="*/ 4 w 416"/>
                <a:gd name="T29" fmla="*/ 153 h 493"/>
                <a:gd name="T30" fmla="*/ 0 w 416"/>
                <a:gd name="T31" fmla="*/ 192 h 493"/>
                <a:gd name="T32" fmla="*/ 0 w 416"/>
                <a:gd name="T33" fmla="*/ 194 h 493"/>
                <a:gd name="T34" fmla="*/ 26 w 416"/>
                <a:gd name="T35" fmla="*/ 204 h 493"/>
                <a:gd name="T36" fmla="*/ 47 w 416"/>
                <a:gd name="T37" fmla="*/ 220 h 493"/>
                <a:gd name="T38" fmla="*/ 64 w 416"/>
                <a:gd name="T39" fmla="*/ 238 h 493"/>
                <a:gd name="T40" fmla="*/ 72 w 416"/>
                <a:gd name="T41" fmla="*/ 260 h 493"/>
                <a:gd name="T42" fmla="*/ 76 w 416"/>
                <a:gd name="T43" fmla="*/ 277 h 493"/>
                <a:gd name="T44" fmla="*/ 76 w 416"/>
                <a:gd name="T45" fmla="*/ 293 h 493"/>
                <a:gd name="T46" fmla="*/ 73 w 416"/>
                <a:gd name="T47" fmla="*/ 311 h 493"/>
                <a:gd name="T48" fmla="*/ 67 w 416"/>
                <a:gd name="T49" fmla="*/ 330 h 493"/>
                <a:gd name="T50" fmla="*/ 70 w 416"/>
                <a:gd name="T51" fmla="*/ 333 h 493"/>
                <a:gd name="T52" fmla="*/ 77 w 416"/>
                <a:gd name="T53" fmla="*/ 349 h 493"/>
                <a:gd name="T54" fmla="*/ 94 w 416"/>
                <a:gd name="T55" fmla="*/ 361 h 493"/>
                <a:gd name="T56" fmla="*/ 114 w 416"/>
                <a:gd name="T57" fmla="*/ 371 h 493"/>
                <a:gd name="T58" fmla="*/ 132 w 416"/>
                <a:gd name="T59" fmla="*/ 378 h 493"/>
                <a:gd name="T60" fmla="*/ 153 w 416"/>
                <a:gd name="T61" fmla="*/ 383 h 493"/>
                <a:gd name="T62" fmla="*/ 153 w 416"/>
                <a:gd name="T63" fmla="*/ 428 h 493"/>
                <a:gd name="T64" fmla="*/ 153 w 416"/>
                <a:gd name="T65" fmla="*/ 465 h 493"/>
                <a:gd name="T66" fmla="*/ 173 w 416"/>
                <a:gd name="T67" fmla="*/ 473 h 493"/>
                <a:gd name="T68" fmla="*/ 203 w 416"/>
                <a:gd name="T69" fmla="*/ 446 h 493"/>
                <a:gd name="T70" fmla="*/ 249 w 416"/>
                <a:gd name="T71" fmla="*/ 406 h 493"/>
                <a:gd name="T72" fmla="*/ 274 w 416"/>
                <a:gd name="T73" fmla="*/ 385 h 493"/>
                <a:gd name="T74" fmla="*/ 290 w 416"/>
                <a:gd name="T75" fmla="*/ 371 h 493"/>
                <a:gd name="T76" fmla="*/ 317 w 416"/>
                <a:gd name="T77" fmla="*/ 358 h 493"/>
                <a:gd name="T78" fmla="*/ 342 w 416"/>
                <a:gd name="T79" fmla="*/ 341 h 493"/>
                <a:gd name="T80" fmla="*/ 364 w 416"/>
                <a:gd name="T81" fmla="*/ 321 h 493"/>
                <a:gd name="T82" fmla="*/ 383 w 416"/>
                <a:gd name="T83" fmla="*/ 299 h 493"/>
                <a:gd name="T84" fmla="*/ 397 w 416"/>
                <a:gd name="T85" fmla="*/ 276 h 493"/>
                <a:gd name="T86" fmla="*/ 408 w 416"/>
                <a:gd name="T87" fmla="*/ 249 h 493"/>
                <a:gd name="T88" fmla="*/ 415 w 416"/>
                <a:gd name="T89" fmla="*/ 222 h 493"/>
                <a:gd name="T90" fmla="*/ 416 w 416"/>
                <a:gd name="T91" fmla="*/ 192 h 493"/>
                <a:gd name="T92" fmla="*/ 412 w 416"/>
                <a:gd name="T93" fmla="*/ 154 h 493"/>
                <a:gd name="T94" fmla="*/ 400 w 416"/>
                <a:gd name="T95" fmla="*/ 117 h 493"/>
                <a:gd name="T96" fmla="*/ 381 w 416"/>
                <a:gd name="T97" fmla="*/ 85 h 493"/>
                <a:gd name="T98" fmla="*/ 355 w 416"/>
                <a:gd name="T99" fmla="*/ 57 h 493"/>
                <a:gd name="T100" fmla="*/ 324 w 416"/>
                <a:gd name="T101" fmla="*/ 33 h 493"/>
                <a:gd name="T102" fmla="*/ 289 w 416"/>
                <a:gd name="T103" fmla="*/ 15 h 493"/>
                <a:gd name="T104" fmla="*/ 251 w 416"/>
                <a:gd name="T105" fmla="*/ 3 h 493"/>
                <a:gd name="T106" fmla="*/ 208 w 416"/>
                <a:gd name="T107" fmla="*/ 0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16" h="493">
                  <a:moveTo>
                    <a:pt x="339" y="221"/>
                  </a:moveTo>
                  <a:lnTo>
                    <a:pt x="291" y="221"/>
                  </a:lnTo>
                  <a:lnTo>
                    <a:pt x="291" y="173"/>
                  </a:lnTo>
                  <a:lnTo>
                    <a:pt x="339" y="173"/>
                  </a:lnTo>
                  <a:lnTo>
                    <a:pt x="339" y="221"/>
                  </a:lnTo>
                  <a:close/>
                  <a:moveTo>
                    <a:pt x="242" y="221"/>
                  </a:moveTo>
                  <a:lnTo>
                    <a:pt x="195" y="221"/>
                  </a:lnTo>
                  <a:lnTo>
                    <a:pt x="195" y="173"/>
                  </a:lnTo>
                  <a:lnTo>
                    <a:pt x="242" y="173"/>
                  </a:lnTo>
                  <a:lnTo>
                    <a:pt x="242" y="221"/>
                  </a:lnTo>
                  <a:close/>
                  <a:moveTo>
                    <a:pt x="147" y="221"/>
                  </a:moveTo>
                  <a:lnTo>
                    <a:pt x="99" y="221"/>
                  </a:lnTo>
                  <a:lnTo>
                    <a:pt x="99" y="173"/>
                  </a:lnTo>
                  <a:lnTo>
                    <a:pt x="147" y="173"/>
                  </a:lnTo>
                  <a:lnTo>
                    <a:pt x="147" y="221"/>
                  </a:lnTo>
                  <a:close/>
                  <a:moveTo>
                    <a:pt x="208" y="0"/>
                  </a:moveTo>
                  <a:lnTo>
                    <a:pt x="186" y="1"/>
                  </a:lnTo>
                  <a:lnTo>
                    <a:pt x="166" y="3"/>
                  </a:lnTo>
                  <a:lnTo>
                    <a:pt x="146" y="8"/>
                  </a:lnTo>
                  <a:lnTo>
                    <a:pt x="127" y="15"/>
                  </a:lnTo>
                  <a:lnTo>
                    <a:pt x="109" y="23"/>
                  </a:lnTo>
                  <a:lnTo>
                    <a:pt x="92" y="33"/>
                  </a:lnTo>
                  <a:lnTo>
                    <a:pt x="76" y="44"/>
                  </a:lnTo>
                  <a:lnTo>
                    <a:pt x="61" y="57"/>
                  </a:lnTo>
                  <a:lnTo>
                    <a:pt x="47" y="70"/>
                  </a:lnTo>
                  <a:lnTo>
                    <a:pt x="35" y="85"/>
                  </a:lnTo>
                  <a:lnTo>
                    <a:pt x="25" y="101"/>
                  </a:lnTo>
                  <a:lnTo>
                    <a:pt x="16" y="117"/>
                  </a:lnTo>
                  <a:lnTo>
                    <a:pt x="9" y="135"/>
                  </a:lnTo>
                  <a:lnTo>
                    <a:pt x="4" y="153"/>
                  </a:lnTo>
                  <a:lnTo>
                    <a:pt x="1" y="173"/>
                  </a:lnTo>
                  <a:lnTo>
                    <a:pt x="0" y="192"/>
                  </a:lnTo>
                  <a:lnTo>
                    <a:pt x="0" y="192"/>
                  </a:lnTo>
                  <a:lnTo>
                    <a:pt x="0" y="194"/>
                  </a:lnTo>
                  <a:lnTo>
                    <a:pt x="14" y="198"/>
                  </a:lnTo>
                  <a:lnTo>
                    <a:pt x="26" y="204"/>
                  </a:lnTo>
                  <a:lnTo>
                    <a:pt x="38" y="211"/>
                  </a:lnTo>
                  <a:lnTo>
                    <a:pt x="47" y="220"/>
                  </a:lnTo>
                  <a:lnTo>
                    <a:pt x="57" y="228"/>
                  </a:lnTo>
                  <a:lnTo>
                    <a:pt x="64" y="238"/>
                  </a:lnTo>
                  <a:lnTo>
                    <a:pt x="69" y="248"/>
                  </a:lnTo>
                  <a:lnTo>
                    <a:pt x="72" y="260"/>
                  </a:lnTo>
                  <a:lnTo>
                    <a:pt x="74" y="268"/>
                  </a:lnTo>
                  <a:lnTo>
                    <a:pt x="76" y="277"/>
                  </a:lnTo>
                  <a:lnTo>
                    <a:pt x="76" y="285"/>
                  </a:lnTo>
                  <a:lnTo>
                    <a:pt x="76" y="293"/>
                  </a:lnTo>
                  <a:lnTo>
                    <a:pt x="74" y="303"/>
                  </a:lnTo>
                  <a:lnTo>
                    <a:pt x="73" y="311"/>
                  </a:lnTo>
                  <a:lnTo>
                    <a:pt x="71" y="321"/>
                  </a:lnTo>
                  <a:lnTo>
                    <a:pt x="67" y="330"/>
                  </a:lnTo>
                  <a:lnTo>
                    <a:pt x="69" y="332"/>
                  </a:lnTo>
                  <a:lnTo>
                    <a:pt x="70" y="333"/>
                  </a:lnTo>
                  <a:lnTo>
                    <a:pt x="73" y="341"/>
                  </a:lnTo>
                  <a:lnTo>
                    <a:pt x="77" y="349"/>
                  </a:lnTo>
                  <a:lnTo>
                    <a:pt x="85" y="355"/>
                  </a:lnTo>
                  <a:lnTo>
                    <a:pt x="94" y="361"/>
                  </a:lnTo>
                  <a:lnTo>
                    <a:pt x="104" y="366"/>
                  </a:lnTo>
                  <a:lnTo>
                    <a:pt x="114" y="371"/>
                  </a:lnTo>
                  <a:lnTo>
                    <a:pt x="123" y="374"/>
                  </a:lnTo>
                  <a:lnTo>
                    <a:pt x="132" y="378"/>
                  </a:lnTo>
                  <a:lnTo>
                    <a:pt x="142" y="380"/>
                  </a:lnTo>
                  <a:lnTo>
                    <a:pt x="153" y="383"/>
                  </a:lnTo>
                  <a:lnTo>
                    <a:pt x="153" y="403"/>
                  </a:lnTo>
                  <a:lnTo>
                    <a:pt x="153" y="428"/>
                  </a:lnTo>
                  <a:lnTo>
                    <a:pt x="153" y="449"/>
                  </a:lnTo>
                  <a:lnTo>
                    <a:pt x="153" y="465"/>
                  </a:lnTo>
                  <a:lnTo>
                    <a:pt x="153" y="493"/>
                  </a:lnTo>
                  <a:lnTo>
                    <a:pt x="173" y="473"/>
                  </a:lnTo>
                  <a:lnTo>
                    <a:pt x="185" y="462"/>
                  </a:lnTo>
                  <a:lnTo>
                    <a:pt x="203" y="446"/>
                  </a:lnTo>
                  <a:lnTo>
                    <a:pt x="227" y="427"/>
                  </a:lnTo>
                  <a:lnTo>
                    <a:pt x="249" y="406"/>
                  </a:lnTo>
                  <a:lnTo>
                    <a:pt x="262" y="395"/>
                  </a:lnTo>
                  <a:lnTo>
                    <a:pt x="274" y="385"/>
                  </a:lnTo>
                  <a:lnTo>
                    <a:pt x="284" y="377"/>
                  </a:lnTo>
                  <a:lnTo>
                    <a:pt x="290" y="371"/>
                  </a:lnTo>
                  <a:lnTo>
                    <a:pt x="304" y="365"/>
                  </a:lnTo>
                  <a:lnTo>
                    <a:pt x="317" y="358"/>
                  </a:lnTo>
                  <a:lnTo>
                    <a:pt x="330" y="349"/>
                  </a:lnTo>
                  <a:lnTo>
                    <a:pt x="342" y="341"/>
                  </a:lnTo>
                  <a:lnTo>
                    <a:pt x="353" y="332"/>
                  </a:lnTo>
                  <a:lnTo>
                    <a:pt x="364" y="321"/>
                  </a:lnTo>
                  <a:lnTo>
                    <a:pt x="373" y="310"/>
                  </a:lnTo>
                  <a:lnTo>
                    <a:pt x="383" y="299"/>
                  </a:lnTo>
                  <a:lnTo>
                    <a:pt x="390" y="288"/>
                  </a:lnTo>
                  <a:lnTo>
                    <a:pt x="397" y="276"/>
                  </a:lnTo>
                  <a:lnTo>
                    <a:pt x="403" y="263"/>
                  </a:lnTo>
                  <a:lnTo>
                    <a:pt x="408" y="249"/>
                  </a:lnTo>
                  <a:lnTo>
                    <a:pt x="411" y="235"/>
                  </a:lnTo>
                  <a:lnTo>
                    <a:pt x="415" y="222"/>
                  </a:lnTo>
                  <a:lnTo>
                    <a:pt x="416" y="208"/>
                  </a:lnTo>
                  <a:lnTo>
                    <a:pt x="416" y="192"/>
                  </a:lnTo>
                  <a:lnTo>
                    <a:pt x="416" y="173"/>
                  </a:lnTo>
                  <a:lnTo>
                    <a:pt x="412" y="154"/>
                  </a:lnTo>
                  <a:lnTo>
                    <a:pt x="408" y="135"/>
                  </a:lnTo>
                  <a:lnTo>
                    <a:pt x="400" y="117"/>
                  </a:lnTo>
                  <a:lnTo>
                    <a:pt x="391" y="101"/>
                  </a:lnTo>
                  <a:lnTo>
                    <a:pt x="381" y="85"/>
                  </a:lnTo>
                  <a:lnTo>
                    <a:pt x="368" y="70"/>
                  </a:lnTo>
                  <a:lnTo>
                    <a:pt x="355" y="57"/>
                  </a:lnTo>
                  <a:lnTo>
                    <a:pt x="341" y="44"/>
                  </a:lnTo>
                  <a:lnTo>
                    <a:pt x="324" y="33"/>
                  </a:lnTo>
                  <a:lnTo>
                    <a:pt x="308" y="23"/>
                  </a:lnTo>
                  <a:lnTo>
                    <a:pt x="289" y="15"/>
                  </a:lnTo>
                  <a:lnTo>
                    <a:pt x="270" y="8"/>
                  </a:lnTo>
                  <a:lnTo>
                    <a:pt x="251" y="3"/>
                  </a:lnTo>
                  <a:lnTo>
                    <a:pt x="229" y="1"/>
                  </a:lnTo>
                  <a:lnTo>
                    <a:pt x="20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0" name="Freeform 2994">
              <a:extLst>
                <a:ext uri="{FF2B5EF4-FFF2-40B4-BE49-F238E27FC236}">
                  <a16:creationId xmlns:a16="http://schemas.microsoft.com/office/drawing/2014/main" id="{983071EF-DBDF-4331-848B-74957C821E39}"/>
                </a:ext>
              </a:extLst>
            </p:cNvPr>
            <p:cNvSpPr>
              <a:spLocks/>
            </p:cNvSpPr>
            <p:nvPr/>
          </p:nvSpPr>
          <p:spPr bwMode="auto">
            <a:xfrm>
              <a:off x="3171788" y="863600"/>
              <a:ext cx="190500" cy="201613"/>
            </a:xfrm>
            <a:custGeom>
              <a:avLst/>
              <a:gdLst>
                <a:gd name="T0" fmla="*/ 393 w 480"/>
                <a:gd name="T1" fmla="*/ 357 h 507"/>
                <a:gd name="T2" fmla="*/ 312 w 480"/>
                <a:gd name="T3" fmla="*/ 312 h 507"/>
                <a:gd name="T4" fmla="*/ 320 w 480"/>
                <a:gd name="T5" fmla="*/ 267 h 507"/>
                <a:gd name="T6" fmla="*/ 324 w 480"/>
                <a:gd name="T7" fmla="*/ 261 h 507"/>
                <a:gd name="T8" fmla="*/ 329 w 480"/>
                <a:gd name="T9" fmla="*/ 254 h 507"/>
                <a:gd name="T10" fmla="*/ 332 w 480"/>
                <a:gd name="T11" fmla="*/ 244 h 507"/>
                <a:gd name="T12" fmla="*/ 336 w 480"/>
                <a:gd name="T13" fmla="*/ 231 h 507"/>
                <a:gd name="T14" fmla="*/ 338 w 480"/>
                <a:gd name="T15" fmla="*/ 219 h 507"/>
                <a:gd name="T16" fmla="*/ 339 w 480"/>
                <a:gd name="T17" fmla="*/ 203 h 507"/>
                <a:gd name="T18" fmla="*/ 350 w 480"/>
                <a:gd name="T19" fmla="*/ 190 h 507"/>
                <a:gd name="T20" fmla="*/ 354 w 480"/>
                <a:gd name="T21" fmla="*/ 185 h 507"/>
                <a:gd name="T22" fmla="*/ 356 w 480"/>
                <a:gd name="T23" fmla="*/ 179 h 507"/>
                <a:gd name="T24" fmla="*/ 357 w 480"/>
                <a:gd name="T25" fmla="*/ 173 h 507"/>
                <a:gd name="T26" fmla="*/ 358 w 480"/>
                <a:gd name="T27" fmla="*/ 166 h 507"/>
                <a:gd name="T28" fmla="*/ 357 w 480"/>
                <a:gd name="T29" fmla="*/ 149 h 507"/>
                <a:gd name="T30" fmla="*/ 354 w 480"/>
                <a:gd name="T31" fmla="*/ 140 h 507"/>
                <a:gd name="T32" fmla="*/ 350 w 480"/>
                <a:gd name="T33" fmla="*/ 131 h 507"/>
                <a:gd name="T34" fmla="*/ 343 w 480"/>
                <a:gd name="T35" fmla="*/ 125 h 507"/>
                <a:gd name="T36" fmla="*/ 355 w 480"/>
                <a:gd name="T37" fmla="*/ 84 h 507"/>
                <a:gd name="T38" fmla="*/ 353 w 480"/>
                <a:gd name="T39" fmla="*/ 54 h 507"/>
                <a:gd name="T40" fmla="*/ 336 w 480"/>
                <a:gd name="T41" fmla="*/ 28 h 507"/>
                <a:gd name="T42" fmla="*/ 305 w 480"/>
                <a:gd name="T43" fmla="*/ 9 h 507"/>
                <a:gd name="T44" fmla="*/ 286 w 480"/>
                <a:gd name="T45" fmla="*/ 4 h 507"/>
                <a:gd name="T46" fmla="*/ 267 w 480"/>
                <a:gd name="T47" fmla="*/ 0 h 507"/>
                <a:gd name="T48" fmla="*/ 251 w 480"/>
                <a:gd name="T49" fmla="*/ 0 h 507"/>
                <a:gd name="T50" fmla="*/ 232 w 480"/>
                <a:gd name="T51" fmla="*/ 2 h 507"/>
                <a:gd name="T52" fmla="*/ 217 w 480"/>
                <a:gd name="T53" fmla="*/ 4 h 507"/>
                <a:gd name="T54" fmla="*/ 203 w 480"/>
                <a:gd name="T55" fmla="*/ 8 h 507"/>
                <a:gd name="T56" fmla="*/ 192 w 480"/>
                <a:gd name="T57" fmla="*/ 11 h 507"/>
                <a:gd name="T58" fmla="*/ 157 w 480"/>
                <a:gd name="T59" fmla="*/ 38 h 507"/>
                <a:gd name="T60" fmla="*/ 154 w 480"/>
                <a:gd name="T61" fmla="*/ 44 h 507"/>
                <a:gd name="T62" fmla="*/ 140 w 480"/>
                <a:gd name="T63" fmla="*/ 46 h 507"/>
                <a:gd name="T64" fmla="*/ 131 w 480"/>
                <a:gd name="T65" fmla="*/ 48 h 507"/>
                <a:gd name="T66" fmla="*/ 126 w 480"/>
                <a:gd name="T67" fmla="*/ 53 h 507"/>
                <a:gd name="T68" fmla="*/ 123 w 480"/>
                <a:gd name="T69" fmla="*/ 56 h 507"/>
                <a:gd name="T70" fmla="*/ 118 w 480"/>
                <a:gd name="T71" fmla="*/ 66 h 507"/>
                <a:gd name="T72" fmla="*/ 118 w 480"/>
                <a:gd name="T73" fmla="*/ 75 h 507"/>
                <a:gd name="T74" fmla="*/ 118 w 480"/>
                <a:gd name="T75" fmla="*/ 84 h 507"/>
                <a:gd name="T76" fmla="*/ 121 w 480"/>
                <a:gd name="T77" fmla="*/ 92 h 507"/>
                <a:gd name="T78" fmla="*/ 123 w 480"/>
                <a:gd name="T79" fmla="*/ 100 h 507"/>
                <a:gd name="T80" fmla="*/ 125 w 480"/>
                <a:gd name="T81" fmla="*/ 109 h 507"/>
                <a:gd name="T82" fmla="*/ 132 w 480"/>
                <a:gd name="T83" fmla="*/ 125 h 507"/>
                <a:gd name="T84" fmla="*/ 116 w 480"/>
                <a:gd name="T85" fmla="*/ 148 h 507"/>
                <a:gd name="T86" fmla="*/ 115 w 480"/>
                <a:gd name="T87" fmla="*/ 174 h 507"/>
                <a:gd name="T88" fmla="*/ 118 w 480"/>
                <a:gd name="T89" fmla="*/ 185 h 507"/>
                <a:gd name="T90" fmla="*/ 124 w 480"/>
                <a:gd name="T91" fmla="*/ 193 h 507"/>
                <a:gd name="T92" fmla="*/ 130 w 480"/>
                <a:gd name="T93" fmla="*/ 199 h 507"/>
                <a:gd name="T94" fmla="*/ 138 w 480"/>
                <a:gd name="T95" fmla="*/ 216 h 507"/>
                <a:gd name="T96" fmla="*/ 144 w 480"/>
                <a:gd name="T97" fmla="*/ 242 h 507"/>
                <a:gd name="T98" fmla="*/ 161 w 480"/>
                <a:gd name="T99" fmla="*/ 268 h 507"/>
                <a:gd name="T100" fmla="*/ 168 w 480"/>
                <a:gd name="T101" fmla="*/ 312 h 507"/>
                <a:gd name="T102" fmla="*/ 87 w 480"/>
                <a:gd name="T103" fmla="*/ 357 h 507"/>
                <a:gd name="T104" fmla="*/ 19 w 480"/>
                <a:gd name="T105" fmla="*/ 399 h 507"/>
                <a:gd name="T106" fmla="*/ 2 w 480"/>
                <a:gd name="T107" fmla="*/ 420 h 507"/>
                <a:gd name="T108" fmla="*/ 4 w 480"/>
                <a:gd name="T109" fmla="*/ 504 h 507"/>
                <a:gd name="T110" fmla="*/ 473 w 480"/>
                <a:gd name="T111" fmla="*/ 506 h 507"/>
                <a:gd name="T112" fmla="*/ 480 w 480"/>
                <a:gd name="T113" fmla="*/ 424 h 507"/>
                <a:gd name="T114" fmla="*/ 471 w 480"/>
                <a:gd name="T115" fmla="*/ 408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80" h="507">
                  <a:moveTo>
                    <a:pt x="446" y="388"/>
                  </a:moveTo>
                  <a:lnTo>
                    <a:pt x="435" y="380"/>
                  </a:lnTo>
                  <a:lnTo>
                    <a:pt x="418" y="370"/>
                  </a:lnTo>
                  <a:lnTo>
                    <a:pt x="393" y="357"/>
                  </a:lnTo>
                  <a:lnTo>
                    <a:pt x="367" y="344"/>
                  </a:lnTo>
                  <a:lnTo>
                    <a:pt x="339" y="331"/>
                  </a:lnTo>
                  <a:lnTo>
                    <a:pt x="312" y="319"/>
                  </a:lnTo>
                  <a:lnTo>
                    <a:pt x="312" y="312"/>
                  </a:lnTo>
                  <a:lnTo>
                    <a:pt x="312" y="280"/>
                  </a:lnTo>
                  <a:lnTo>
                    <a:pt x="312" y="274"/>
                  </a:lnTo>
                  <a:lnTo>
                    <a:pt x="316" y="272"/>
                  </a:lnTo>
                  <a:lnTo>
                    <a:pt x="320" y="267"/>
                  </a:lnTo>
                  <a:lnTo>
                    <a:pt x="320" y="266"/>
                  </a:lnTo>
                  <a:lnTo>
                    <a:pt x="320" y="266"/>
                  </a:lnTo>
                  <a:lnTo>
                    <a:pt x="323" y="263"/>
                  </a:lnTo>
                  <a:lnTo>
                    <a:pt x="324" y="261"/>
                  </a:lnTo>
                  <a:lnTo>
                    <a:pt x="325" y="260"/>
                  </a:lnTo>
                  <a:lnTo>
                    <a:pt x="325" y="260"/>
                  </a:lnTo>
                  <a:lnTo>
                    <a:pt x="326" y="256"/>
                  </a:lnTo>
                  <a:lnTo>
                    <a:pt x="329" y="254"/>
                  </a:lnTo>
                  <a:lnTo>
                    <a:pt x="329" y="253"/>
                  </a:lnTo>
                  <a:lnTo>
                    <a:pt x="329" y="251"/>
                  </a:lnTo>
                  <a:lnTo>
                    <a:pt x="331" y="248"/>
                  </a:lnTo>
                  <a:lnTo>
                    <a:pt x="332" y="244"/>
                  </a:lnTo>
                  <a:lnTo>
                    <a:pt x="332" y="243"/>
                  </a:lnTo>
                  <a:lnTo>
                    <a:pt x="332" y="243"/>
                  </a:lnTo>
                  <a:lnTo>
                    <a:pt x="335" y="237"/>
                  </a:lnTo>
                  <a:lnTo>
                    <a:pt x="336" y="231"/>
                  </a:lnTo>
                  <a:lnTo>
                    <a:pt x="336" y="231"/>
                  </a:lnTo>
                  <a:lnTo>
                    <a:pt x="336" y="231"/>
                  </a:lnTo>
                  <a:lnTo>
                    <a:pt x="337" y="225"/>
                  </a:lnTo>
                  <a:lnTo>
                    <a:pt x="338" y="219"/>
                  </a:lnTo>
                  <a:lnTo>
                    <a:pt x="338" y="217"/>
                  </a:lnTo>
                  <a:lnTo>
                    <a:pt x="338" y="215"/>
                  </a:lnTo>
                  <a:lnTo>
                    <a:pt x="339" y="209"/>
                  </a:lnTo>
                  <a:lnTo>
                    <a:pt x="339" y="203"/>
                  </a:lnTo>
                  <a:lnTo>
                    <a:pt x="345" y="197"/>
                  </a:lnTo>
                  <a:lnTo>
                    <a:pt x="350" y="191"/>
                  </a:lnTo>
                  <a:lnTo>
                    <a:pt x="350" y="190"/>
                  </a:lnTo>
                  <a:lnTo>
                    <a:pt x="350" y="190"/>
                  </a:lnTo>
                  <a:lnTo>
                    <a:pt x="353" y="187"/>
                  </a:lnTo>
                  <a:lnTo>
                    <a:pt x="354" y="185"/>
                  </a:lnTo>
                  <a:lnTo>
                    <a:pt x="354" y="185"/>
                  </a:lnTo>
                  <a:lnTo>
                    <a:pt x="354" y="185"/>
                  </a:lnTo>
                  <a:lnTo>
                    <a:pt x="355" y="182"/>
                  </a:lnTo>
                  <a:lnTo>
                    <a:pt x="355" y="180"/>
                  </a:lnTo>
                  <a:lnTo>
                    <a:pt x="355" y="179"/>
                  </a:lnTo>
                  <a:lnTo>
                    <a:pt x="356" y="179"/>
                  </a:lnTo>
                  <a:lnTo>
                    <a:pt x="356" y="176"/>
                  </a:lnTo>
                  <a:lnTo>
                    <a:pt x="357" y="174"/>
                  </a:lnTo>
                  <a:lnTo>
                    <a:pt x="357" y="173"/>
                  </a:lnTo>
                  <a:lnTo>
                    <a:pt x="357" y="173"/>
                  </a:lnTo>
                  <a:lnTo>
                    <a:pt x="357" y="169"/>
                  </a:lnTo>
                  <a:lnTo>
                    <a:pt x="357" y="167"/>
                  </a:lnTo>
                  <a:lnTo>
                    <a:pt x="358" y="167"/>
                  </a:lnTo>
                  <a:lnTo>
                    <a:pt x="358" y="166"/>
                  </a:lnTo>
                  <a:lnTo>
                    <a:pt x="358" y="163"/>
                  </a:lnTo>
                  <a:lnTo>
                    <a:pt x="358" y="160"/>
                  </a:lnTo>
                  <a:lnTo>
                    <a:pt x="358" y="155"/>
                  </a:lnTo>
                  <a:lnTo>
                    <a:pt x="357" y="149"/>
                  </a:lnTo>
                  <a:lnTo>
                    <a:pt x="357" y="149"/>
                  </a:lnTo>
                  <a:lnTo>
                    <a:pt x="357" y="148"/>
                  </a:lnTo>
                  <a:lnTo>
                    <a:pt x="356" y="143"/>
                  </a:lnTo>
                  <a:lnTo>
                    <a:pt x="354" y="140"/>
                  </a:lnTo>
                  <a:lnTo>
                    <a:pt x="354" y="138"/>
                  </a:lnTo>
                  <a:lnTo>
                    <a:pt x="354" y="138"/>
                  </a:lnTo>
                  <a:lnTo>
                    <a:pt x="353" y="135"/>
                  </a:lnTo>
                  <a:lnTo>
                    <a:pt x="350" y="131"/>
                  </a:lnTo>
                  <a:lnTo>
                    <a:pt x="349" y="131"/>
                  </a:lnTo>
                  <a:lnTo>
                    <a:pt x="349" y="131"/>
                  </a:lnTo>
                  <a:lnTo>
                    <a:pt x="347" y="128"/>
                  </a:lnTo>
                  <a:lnTo>
                    <a:pt x="343" y="125"/>
                  </a:lnTo>
                  <a:lnTo>
                    <a:pt x="344" y="122"/>
                  </a:lnTo>
                  <a:lnTo>
                    <a:pt x="347" y="117"/>
                  </a:lnTo>
                  <a:lnTo>
                    <a:pt x="351" y="100"/>
                  </a:lnTo>
                  <a:lnTo>
                    <a:pt x="355" y="84"/>
                  </a:lnTo>
                  <a:lnTo>
                    <a:pt x="355" y="77"/>
                  </a:lnTo>
                  <a:lnTo>
                    <a:pt x="355" y="69"/>
                  </a:lnTo>
                  <a:lnTo>
                    <a:pt x="354" y="61"/>
                  </a:lnTo>
                  <a:lnTo>
                    <a:pt x="353" y="54"/>
                  </a:lnTo>
                  <a:lnTo>
                    <a:pt x="350" y="47"/>
                  </a:lnTo>
                  <a:lnTo>
                    <a:pt x="347" y="40"/>
                  </a:lnTo>
                  <a:lnTo>
                    <a:pt x="342" y="34"/>
                  </a:lnTo>
                  <a:lnTo>
                    <a:pt x="336" y="28"/>
                  </a:lnTo>
                  <a:lnTo>
                    <a:pt x="330" y="22"/>
                  </a:lnTo>
                  <a:lnTo>
                    <a:pt x="323" y="17"/>
                  </a:lnTo>
                  <a:lnTo>
                    <a:pt x="314" y="12"/>
                  </a:lnTo>
                  <a:lnTo>
                    <a:pt x="305" y="9"/>
                  </a:lnTo>
                  <a:lnTo>
                    <a:pt x="305" y="9"/>
                  </a:lnTo>
                  <a:lnTo>
                    <a:pt x="305" y="9"/>
                  </a:lnTo>
                  <a:lnTo>
                    <a:pt x="295" y="6"/>
                  </a:lnTo>
                  <a:lnTo>
                    <a:pt x="286" y="4"/>
                  </a:lnTo>
                  <a:lnTo>
                    <a:pt x="276" y="2"/>
                  </a:lnTo>
                  <a:lnTo>
                    <a:pt x="267" y="0"/>
                  </a:lnTo>
                  <a:lnTo>
                    <a:pt x="267" y="0"/>
                  </a:lnTo>
                  <a:lnTo>
                    <a:pt x="267" y="0"/>
                  </a:lnTo>
                  <a:lnTo>
                    <a:pt x="263" y="0"/>
                  </a:lnTo>
                  <a:lnTo>
                    <a:pt x="260" y="0"/>
                  </a:lnTo>
                  <a:lnTo>
                    <a:pt x="255" y="0"/>
                  </a:lnTo>
                  <a:lnTo>
                    <a:pt x="251" y="0"/>
                  </a:lnTo>
                  <a:lnTo>
                    <a:pt x="244" y="0"/>
                  </a:lnTo>
                  <a:lnTo>
                    <a:pt x="237" y="0"/>
                  </a:lnTo>
                  <a:lnTo>
                    <a:pt x="235" y="0"/>
                  </a:lnTo>
                  <a:lnTo>
                    <a:pt x="232" y="2"/>
                  </a:lnTo>
                  <a:lnTo>
                    <a:pt x="229" y="2"/>
                  </a:lnTo>
                  <a:lnTo>
                    <a:pt x="224" y="3"/>
                  </a:lnTo>
                  <a:lnTo>
                    <a:pt x="220" y="3"/>
                  </a:lnTo>
                  <a:lnTo>
                    <a:pt x="217" y="4"/>
                  </a:lnTo>
                  <a:lnTo>
                    <a:pt x="215" y="4"/>
                  </a:lnTo>
                  <a:lnTo>
                    <a:pt x="212" y="5"/>
                  </a:lnTo>
                  <a:lnTo>
                    <a:pt x="207" y="6"/>
                  </a:lnTo>
                  <a:lnTo>
                    <a:pt x="203" y="8"/>
                  </a:lnTo>
                  <a:lnTo>
                    <a:pt x="199" y="9"/>
                  </a:lnTo>
                  <a:lnTo>
                    <a:pt x="195" y="10"/>
                  </a:lnTo>
                  <a:lnTo>
                    <a:pt x="193" y="10"/>
                  </a:lnTo>
                  <a:lnTo>
                    <a:pt x="192" y="11"/>
                  </a:lnTo>
                  <a:lnTo>
                    <a:pt x="181" y="16"/>
                  </a:lnTo>
                  <a:lnTo>
                    <a:pt x="172" y="23"/>
                  </a:lnTo>
                  <a:lnTo>
                    <a:pt x="163" y="30"/>
                  </a:lnTo>
                  <a:lnTo>
                    <a:pt x="157" y="38"/>
                  </a:lnTo>
                  <a:lnTo>
                    <a:pt x="157" y="38"/>
                  </a:lnTo>
                  <a:lnTo>
                    <a:pt x="156" y="38"/>
                  </a:lnTo>
                  <a:lnTo>
                    <a:pt x="155" y="42"/>
                  </a:lnTo>
                  <a:lnTo>
                    <a:pt x="154" y="44"/>
                  </a:lnTo>
                  <a:lnTo>
                    <a:pt x="150" y="44"/>
                  </a:lnTo>
                  <a:lnTo>
                    <a:pt x="148" y="44"/>
                  </a:lnTo>
                  <a:lnTo>
                    <a:pt x="143" y="44"/>
                  </a:lnTo>
                  <a:lnTo>
                    <a:pt x="140" y="46"/>
                  </a:lnTo>
                  <a:lnTo>
                    <a:pt x="138" y="46"/>
                  </a:lnTo>
                  <a:lnTo>
                    <a:pt x="137" y="46"/>
                  </a:lnTo>
                  <a:lnTo>
                    <a:pt x="135" y="47"/>
                  </a:lnTo>
                  <a:lnTo>
                    <a:pt x="131" y="48"/>
                  </a:lnTo>
                  <a:lnTo>
                    <a:pt x="131" y="48"/>
                  </a:lnTo>
                  <a:lnTo>
                    <a:pt x="130" y="49"/>
                  </a:lnTo>
                  <a:lnTo>
                    <a:pt x="128" y="50"/>
                  </a:lnTo>
                  <a:lnTo>
                    <a:pt x="126" y="53"/>
                  </a:lnTo>
                  <a:lnTo>
                    <a:pt x="125" y="53"/>
                  </a:lnTo>
                  <a:lnTo>
                    <a:pt x="125" y="53"/>
                  </a:lnTo>
                  <a:lnTo>
                    <a:pt x="124" y="55"/>
                  </a:lnTo>
                  <a:lnTo>
                    <a:pt x="123" y="56"/>
                  </a:lnTo>
                  <a:lnTo>
                    <a:pt x="121" y="60"/>
                  </a:lnTo>
                  <a:lnTo>
                    <a:pt x="119" y="63"/>
                  </a:lnTo>
                  <a:lnTo>
                    <a:pt x="119" y="65"/>
                  </a:lnTo>
                  <a:lnTo>
                    <a:pt x="118" y="66"/>
                  </a:lnTo>
                  <a:lnTo>
                    <a:pt x="118" y="68"/>
                  </a:lnTo>
                  <a:lnTo>
                    <a:pt x="118" y="71"/>
                  </a:lnTo>
                  <a:lnTo>
                    <a:pt x="118" y="73"/>
                  </a:lnTo>
                  <a:lnTo>
                    <a:pt x="118" y="75"/>
                  </a:lnTo>
                  <a:lnTo>
                    <a:pt x="118" y="77"/>
                  </a:lnTo>
                  <a:lnTo>
                    <a:pt x="118" y="79"/>
                  </a:lnTo>
                  <a:lnTo>
                    <a:pt x="118" y="81"/>
                  </a:lnTo>
                  <a:lnTo>
                    <a:pt x="118" y="84"/>
                  </a:lnTo>
                  <a:lnTo>
                    <a:pt x="119" y="85"/>
                  </a:lnTo>
                  <a:lnTo>
                    <a:pt x="119" y="87"/>
                  </a:lnTo>
                  <a:lnTo>
                    <a:pt x="119" y="90"/>
                  </a:lnTo>
                  <a:lnTo>
                    <a:pt x="121" y="92"/>
                  </a:lnTo>
                  <a:lnTo>
                    <a:pt x="121" y="94"/>
                  </a:lnTo>
                  <a:lnTo>
                    <a:pt x="122" y="96"/>
                  </a:lnTo>
                  <a:lnTo>
                    <a:pt x="122" y="98"/>
                  </a:lnTo>
                  <a:lnTo>
                    <a:pt x="123" y="100"/>
                  </a:lnTo>
                  <a:lnTo>
                    <a:pt x="124" y="103"/>
                  </a:lnTo>
                  <a:lnTo>
                    <a:pt x="125" y="106"/>
                  </a:lnTo>
                  <a:lnTo>
                    <a:pt x="125" y="107"/>
                  </a:lnTo>
                  <a:lnTo>
                    <a:pt x="125" y="109"/>
                  </a:lnTo>
                  <a:lnTo>
                    <a:pt x="129" y="117"/>
                  </a:lnTo>
                  <a:lnTo>
                    <a:pt x="132" y="125"/>
                  </a:lnTo>
                  <a:lnTo>
                    <a:pt x="132" y="125"/>
                  </a:lnTo>
                  <a:lnTo>
                    <a:pt x="132" y="125"/>
                  </a:lnTo>
                  <a:lnTo>
                    <a:pt x="126" y="130"/>
                  </a:lnTo>
                  <a:lnTo>
                    <a:pt x="122" y="136"/>
                  </a:lnTo>
                  <a:lnTo>
                    <a:pt x="118" y="142"/>
                  </a:lnTo>
                  <a:lnTo>
                    <a:pt x="116" y="148"/>
                  </a:lnTo>
                  <a:lnTo>
                    <a:pt x="115" y="155"/>
                  </a:lnTo>
                  <a:lnTo>
                    <a:pt x="115" y="163"/>
                  </a:lnTo>
                  <a:lnTo>
                    <a:pt x="115" y="168"/>
                  </a:lnTo>
                  <a:lnTo>
                    <a:pt x="115" y="174"/>
                  </a:lnTo>
                  <a:lnTo>
                    <a:pt x="116" y="175"/>
                  </a:lnTo>
                  <a:lnTo>
                    <a:pt x="116" y="175"/>
                  </a:lnTo>
                  <a:lnTo>
                    <a:pt x="117" y="180"/>
                  </a:lnTo>
                  <a:lnTo>
                    <a:pt x="118" y="185"/>
                  </a:lnTo>
                  <a:lnTo>
                    <a:pt x="119" y="186"/>
                  </a:lnTo>
                  <a:lnTo>
                    <a:pt x="119" y="187"/>
                  </a:lnTo>
                  <a:lnTo>
                    <a:pt x="122" y="190"/>
                  </a:lnTo>
                  <a:lnTo>
                    <a:pt x="124" y="193"/>
                  </a:lnTo>
                  <a:lnTo>
                    <a:pt x="125" y="194"/>
                  </a:lnTo>
                  <a:lnTo>
                    <a:pt x="125" y="195"/>
                  </a:lnTo>
                  <a:lnTo>
                    <a:pt x="128" y="198"/>
                  </a:lnTo>
                  <a:lnTo>
                    <a:pt x="130" y="199"/>
                  </a:lnTo>
                  <a:lnTo>
                    <a:pt x="134" y="201"/>
                  </a:lnTo>
                  <a:lnTo>
                    <a:pt x="137" y="203"/>
                  </a:lnTo>
                  <a:lnTo>
                    <a:pt x="137" y="210"/>
                  </a:lnTo>
                  <a:lnTo>
                    <a:pt x="138" y="216"/>
                  </a:lnTo>
                  <a:lnTo>
                    <a:pt x="138" y="218"/>
                  </a:lnTo>
                  <a:lnTo>
                    <a:pt x="138" y="220"/>
                  </a:lnTo>
                  <a:lnTo>
                    <a:pt x="141" y="231"/>
                  </a:lnTo>
                  <a:lnTo>
                    <a:pt x="144" y="242"/>
                  </a:lnTo>
                  <a:lnTo>
                    <a:pt x="148" y="250"/>
                  </a:lnTo>
                  <a:lnTo>
                    <a:pt x="151" y="257"/>
                  </a:lnTo>
                  <a:lnTo>
                    <a:pt x="156" y="263"/>
                  </a:lnTo>
                  <a:lnTo>
                    <a:pt x="161" y="268"/>
                  </a:lnTo>
                  <a:lnTo>
                    <a:pt x="165" y="272"/>
                  </a:lnTo>
                  <a:lnTo>
                    <a:pt x="168" y="275"/>
                  </a:lnTo>
                  <a:lnTo>
                    <a:pt x="168" y="281"/>
                  </a:lnTo>
                  <a:lnTo>
                    <a:pt x="168" y="312"/>
                  </a:lnTo>
                  <a:lnTo>
                    <a:pt x="168" y="319"/>
                  </a:lnTo>
                  <a:lnTo>
                    <a:pt x="142" y="331"/>
                  </a:lnTo>
                  <a:lnTo>
                    <a:pt x="115" y="344"/>
                  </a:lnTo>
                  <a:lnTo>
                    <a:pt x="87" y="357"/>
                  </a:lnTo>
                  <a:lnTo>
                    <a:pt x="62" y="370"/>
                  </a:lnTo>
                  <a:lnTo>
                    <a:pt x="47" y="380"/>
                  </a:lnTo>
                  <a:lnTo>
                    <a:pt x="34" y="388"/>
                  </a:lnTo>
                  <a:lnTo>
                    <a:pt x="19" y="399"/>
                  </a:lnTo>
                  <a:lnTo>
                    <a:pt x="9" y="408"/>
                  </a:lnTo>
                  <a:lnTo>
                    <a:pt x="5" y="413"/>
                  </a:lnTo>
                  <a:lnTo>
                    <a:pt x="3" y="417"/>
                  </a:lnTo>
                  <a:lnTo>
                    <a:pt x="2" y="420"/>
                  </a:lnTo>
                  <a:lnTo>
                    <a:pt x="0" y="424"/>
                  </a:lnTo>
                  <a:lnTo>
                    <a:pt x="0" y="495"/>
                  </a:lnTo>
                  <a:lnTo>
                    <a:pt x="2" y="500"/>
                  </a:lnTo>
                  <a:lnTo>
                    <a:pt x="4" y="504"/>
                  </a:lnTo>
                  <a:lnTo>
                    <a:pt x="8" y="506"/>
                  </a:lnTo>
                  <a:lnTo>
                    <a:pt x="12" y="507"/>
                  </a:lnTo>
                  <a:lnTo>
                    <a:pt x="468" y="507"/>
                  </a:lnTo>
                  <a:lnTo>
                    <a:pt x="473" y="506"/>
                  </a:lnTo>
                  <a:lnTo>
                    <a:pt x="476" y="504"/>
                  </a:lnTo>
                  <a:lnTo>
                    <a:pt x="479" y="500"/>
                  </a:lnTo>
                  <a:lnTo>
                    <a:pt x="480" y="495"/>
                  </a:lnTo>
                  <a:lnTo>
                    <a:pt x="480" y="424"/>
                  </a:lnTo>
                  <a:lnTo>
                    <a:pt x="480" y="420"/>
                  </a:lnTo>
                  <a:lnTo>
                    <a:pt x="477" y="417"/>
                  </a:lnTo>
                  <a:lnTo>
                    <a:pt x="475" y="413"/>
                  </a:lnTo>
                  <a:lnTo>
                    <a:pt x="471" y="408"/>
                  </a:lnTo>
                  <a:lnTo>
                    <a:pt x="462" y="399"/>
                  </a:lnTo>
                  <a:lnTo>
                    <a:pt x="446" y="3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 name="TextBox 1">
            <a:extLst>
              <a:ext uri="{FF2B5EF4-FFF2-40B4-BE49-F238E27FC236}">
                <a16:creationId xmlns:a16="http://schemas.microsoft.com/office/drawing/2014/main" id="{470B3AC7-3901-8458-D72A-D26094F359A3}"/>
              </a:ext>
            </a:extLst>
          </p:cNvPr>
          <p:cNvSpPr txBox="1"/>
          <p:nvPr/>
        </p:nvSpPr>
        <p:spPr>
          <a:xfrm>
            <a:off x="975360" y="1468990"/>
            <a:ext cx="9448800"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Key Visualizations:</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81E22C5-873C-D23B-64AF-F7357D04BA41}"/>
              </a:ext>
            </a:extLst>
          </p:cNvPr>
          <p:cNvPicPr>
            <a:picLocks noChangeAspect="1"/>
          </p:cNvPicPr>
          <p:nvPr/>
        </p:nvPicPr>
        <p:blipFill>
          <a:blip r:embed="rId3"/>
          <a:stretch>
            <a:fillRect/>
          </a:stretch>
        </p:blipFill>
        <p:spPr>
          <a:xfrm>
            <a:off x="2156863" y="1966708"/>
            <a:ext cx="7878274" cy="2498973"/>
          </a:xfrm>
          <a:prstGeom prst="rect">
            <a:avLst/>
          </a:prstGeom>
        </p:spPr>
      </p:pic>
    </p:spTree>
    <p:extLst>
      <p:ext uri="{BB962C8B-B14F-4D97-AF65-F5344CB8AC3E}">
        <p14:creationId xmlns:p14="http://schemas.microsoft.com/office/powerpoint/2010/main" val="8754452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A588A72A-976E-478A-9DD3-765AB3ED4CD0}"/>
              </a:ext>
            </a:extLst>
          </p:cNvPr>
          <p:cNvSpPr>
            <a:spLocks noGrp="1"/>
          </p:cNvSpPr>
          <p:nvPr>
            <p:ph type="title" idx="4294967295"/>
          </p:nvPr>
        </p:nvSpPr>
        <p:spPr>
          <a:xfrm>
            <a:off x="0" y="365125"/>
            <a:ext cx="10515600" cy="1325563"/>
          </a:xfrm>
        </p:spPr>
        <p:txBody>
          <a:bodyPr/>
          <a:lstStyle/>
          <a:p>
            <a:r>
              <a:rPr lang="en-US" dirty="0"/>
              <a:t>Project analysis slide 8</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BDC77B95-E097-6474-9C20-783C94F2B11F}"/>
              </a:ext>
            </a:extLst>
          </p:cNvPr>
          <p:cNvPicPr>
            <a:picLocks noChangeAspect="1"/>
          </p:cNvPicPr>
          <p:nvPr/>
        </p:nvPicPr>
        <p:blipFill>
          <a:blip r:embed="rId3"/>
          <a:stretch>
            <a:fillRect/>
          </a:stretch>
        </p:blipFill>
        <p:spPr>
          <a:xfrm>
            <a:off x="1890125" y="944881"/>
            <a:ext cx="8411749" cy="5422991"/>
          </a:xfrm>
          <a:prstGeom prst="rect">
            <a:avLst/>
          </a:prstGeom>
        </p:spPr>
      </p:pic>
    </p:spTree>
    <p:extLst>
      <p:ext uri="{BB962C8B-B14F-4D97-AF65-F5344CB8AC3E}">
        <p14:creationId xmlns:p14="http://schemas.microsoft.com/office/powerpoint/2010/main" val="7273641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7C70995F-D8C5-410A-AA8B-1EE172A29454}"/>
              </a:ext>
            </a:extLst>
          </p:cNvPr>
          <p:cNvSpPr>
            <a:spLocks noGrp="1"/>
          </p:cNvSpPr>
          <p:nvPr>
            <p:ph type="title" idx="4294967295"/>
          </p:nvPr>
        </p:nvSpPr>
        <p:spPr>
          <a:xfrm>
            <a:off x="0" y="365125"/>
            <a:ext cx="10515600" cy="1325563"/>
          </a:xfrm>
        </p:spPr>
        <p:txBody>
          <a:bodyPr/>
          <a:lstStyle/>
          <a:p>
            <a:r>
              <a:rPr lang="en-US" dirty="0"/>
              <a:t>Project analysis slide 10</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2944DF64-A84A-C0ED-B683-C4A54C0C0BD8}"/>
              </a:ext>
            </a:extLst>
          </p:cNvPr>
          <p:cNvPicPr>
            <a:picLocks noChangeAspect="1"/>
          </p:cNvPicPr>
          <p:nvPr/>
        </p:nvPicPr>
        <p:blipFill>
          <a:blip r:embed="rId3"/>
          <a:stretch>
            <a:fillRect/>
          </a:stretch>
        </p:blipFill>
        <p:spPr>
          <a:xfrm>
            <a:off x="1900353" y="522898"/>
            <a:ext cx="8268854" cy="3991572"/>
          </a:xfrm>
          <a:prstGeom prst="rect">
            <a:avLst/>
          </a:prstGeom>
        </p:spPr>
      </p:pic>
      <p:pic>
        <p:nvPicPr>
          <p:cNvPr id="6" name="Picture 5">
            <a:extLst>
              <a:ext uri="{FF2B5EF4-FFF2-40B4-BE49-F238E27FC236}">
                <a16:creationId xmlns:a16="http://schemas.microsoft.com/office/drawing/2014/main" id="{F4DA1034-6493-4A6C-DA0E-5765A177770A}"/>
              </a:ext>
            </a:extLst>
          </p:cNvPr>
          <p:cNvPicPr>
            <a:picLocks noChangeAspect="1"/>
          </p:cNvPicPr>
          <p:nvPr/>
        </p:nvPicPr>
        <p:blipFill>
          <a:blip r:embed="rId4"/>
          <a:stretch>
            <a:fillRect/>
          </a:stretch>
        </p:blipFill>
        <p:spPr>
          <a:xfrm>
            <a:off x="3199996" y="3993005"/>
            <a:ext cx="5792008" cy="2753109"/>
          </a:xfrm>
          <a:prstGeom prst="rect">
            <a:avLst/>
          </a:prstGeom>
        </p:spPr>
      </p:pic>
    </p:spTree>
    <p:extLst>
      <p:ext uri="{BB962C8B-B14F-4D97-AF65-F5344CB8AC3E}">
        <p14:creationId xmlns:p14="http://schemas.microsoft.com/office/powerpoint/2010/main" val="1061713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1BBD07-D641-827B-1DB4-E1FD00C5DF3F}"/>
              </a:ext>
            </a:extLst>
          </p:cNvPr>
          <p:cNvSpPr txBox="1"/>
          <p:nvPr/>
        </p:nvSpPr>
        <p:spPr>
          <a:xfrm>
            <a:off x="4744720" y="233680"/>
            <a:ext cx="2422523"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FINAL DASHBOARD</a:t>
            </a:r>
          </a:p>
        </p:txBody>
      </p:sp>
      <p:pic>
        <p:nvPicPr>
          <p:cNvPr id="4" name="Picture 3">
            <a:extLst>
              <a:ext uri="{FF2B5EF4-FFF2-40B4-BE49-F238E27FC236}">
                <a16:creationId xmlns:a16="http://schemas.microsoft.com/office/drawing/2014/main" id="{5CD17C53-F2FE-60A3-7BB3-20C3C954377C}"/>
              </a:ext>
            </a:extLst>
          </p:cNvPr>
          <p:cNvPicPr>
            <a:picLocks noChangeAspect="1"/>
          </p:cNvPicPr>
          <p:nvPr/>
        </p:nvPicPr>
        <p:blipFill>
          <a:blip r:embed="rId2"/>
          <a:stretch>
            <a:fillRect/>
          </a:stretch>
        </p:blipFill>
        <p:spPr>
          <a:xfrm>
            <a:off x="1730491" y="859816"/>
            <a:ext cx="8876549" cy="5469863"/>
          </a:xfrm>
          <a:prstGeom prst="rect">
            <a:avLst/>
          </a:prstGeom>
        </p:spPr>
      </p:pic>
    </p:spTree>
    <p:extLst>
      <p:ext uri="{BB962C8B-B14F-4D97-AF65-F5344CB8AC3E}">
        <p14:creationId xmlns:p14="http://schemas.microsoft.com/office/powerpoint/2010/main" val="1202453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08F3A0-3FB3-DD56-CE79-8545F5AF3393}"/>
              </a:ext>
            </a:extLst>
          </p:cNvPr>
          <p:cNvSpPr txBox="1"/>
          <p:nvPr/>
        </p:nvSpPr>
        <p:spPr>
          <a:xfrm>
            <a:off x="1330960" y="1016000"/>
            <a:ext cx="9215120" cy="4284314"/>
          </a:xfrm>
          <a:prstGeom prst="rect">
            <a:avLst/>
          </a:prstGeom>
          <a:noFill/>
        </p:spPr>
        <p:txBody>
          <a:bodyPr wrap="square" rtlCol="0">
            <a:spAutoFit/>
          </a:bodyPr>
          <a:lstStyle/>
          <a:p>
            <a:r>
              <a:rPr lang="en-US" u="sng" dirty="0">
                <a:latin typeface="Times New Roman" panose="02020603050405020304" pitchFamily="18" charset="0"/>
                <a:cs typeface="Times New Roman" panose="02020603050405020304" pitchFamily="18" charset="0"/>
              </a:rPr>
              <a:t>Key Features: </a:t>
            </a:r>
          </a:p>
          <a:p>
            <a:endParaRPr lang="en-US" u="sng"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US" dirty="0"/>
              <a:t> </a:t>
            </a:r>
            <a:r>
              <a:rPr lang="en-US" sz="2000" dirty="0">
                <a:latin typeface="Times New Roman" panose="02020603050405020304" pitchFamily="18" charset="0"/>
                <a:cs typeface="Times New Roman" panose="02020603050405020304" pitchFamily="18" charset="0"/>
              </a:rPr>
              <a:t>KPI Cards: o Total Tickets o Average Resolution Time o High Priority Tickets o High Priority % </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Interactive filters (slicers) </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Channel performance comparison </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Category and priority distribution </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Heatmap visualization </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Geographic representation (simulated) The dashboard enables users to quickly analyze performance metrics and identify areas for improvement</a:t>
            </a:r>
            <a:r>
              <a:rPr lang="en-US" dirty="0"/>
              <a:t>.</a:t>
            </a:r>
          </a:p>
        </p:txBody>
      </p:sp>
    </p:spTree>
    <p:extLst>
      <p:ext uri="{BB962C8B-B14F-4D97-AF65-F5344CB8AC3E}">
        <p14:creationId xmlns:p14="http://schemas.microsoft.com/office/powerpoint/2010/main" val="3139965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03D51A-4FB8-EEC5-8898-06F638F4B29E}"/>
              </a:ext>
            </a:extLst>
          </p:cNvPr>
          <p:cNvSpPr txBox="1"/>
          <p:nvPr/>
        </p:nvSpPr>
        <p:spPr>
          <a:xfrm>
            <a:off x="1838960" y="1503680"/>
            <a:ext cx="8514080" cy="308956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KEY INSIGHTS </a:t>
            </a:r>
          </a:p>
          <a:p>
            <a:endParaRPr lang="en-US"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Average resolution time is approximately 7.5 hours </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High-priority tickets represent a significant portion of total tickets </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Some support channels resolve issues faster than others </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Billing and technical issues are the most frequent categories </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Resolution efficiency varies based on ticket type and channel </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High-priority unresolved tickets indicate potential bottlenecks 9. CONCLUSION</a:t>
            </a:r>
          </a:p>
        </p:txBody>
      </p:sp>
    </p:spTree>
    <p:extLst>
      <p:ext uri="{BB962C8B-B14F-4D97-AF65-F5344CB8AC3E}">
        <p14:creationId xmlns:p14="http://schemas.microsoft.com/office/powerpoint/2010/main" val="3890973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E2CD09-FF6E-462B-7E98-DE48903F81B2}"/>
              </a:ext>
            </a:extLst>
          </p:cNvPr>
          <p:cNvSpPr txBox="1"/>
          <p:nvPr/>
        </p:nvSpPr>
        <p:spPr>
          <a:xfrm>
            <a:off x="1143000" y="792480"/>
            <a:ext cx="9906000" cy="3874394"/>
          </a:xfrm>
          <a:prstGeom prst="rect">
            <a:avLst/>
          </a:prstGeom>
          <a:noFill/>
        </p:spPr>
        <p:txBody>
          <a:bodyPr wrap="square" rtlCol="0">
            <a:spAutoFit/>
          </a:bodyPr>
          <a:lstStyle/>
          <a:p>
            <a:pPr algn="ctr"/>
            <a:r>
              <a:rPr lang="en-US" dirty="0"/>
              <a:t>. </a:t>
            </a:r>
            <a:r>
              <a:rPr lang="en-US" sz="2000" b="1" dirty="0">
                <a:latin typeface="Times New Roman" panose="02020603050405020304" pitchFamily="18" charset="0"/>
                <a:cs typeface="Times New Roman" panose="02020603050405020304" pitchFamily="18" charset="0"/>
              </a:rPr>
              <a:t>CONCLUSION</a:t>
            </a:r>
          </a:p>
          <a:p>
            <a:pPr algn="ctr"/>
            <a:endParaRPr lang="en-US" sz="2000" b="1" dirty="0">
              <a:latin typeface="Times New Roman" panose="02020603050405020304" pitchFamily="18" charset="0"/>
              <a:cs typeface="Times New Roman" panose="02020603050405020304" pitchFamily="18" charset="0"/>
            </a:endParaRPr>
          </a:p>
          <a:p>
            <a:pPr algn="ctr"/>
            <a:endParaRPr lang="en-US" sz="2000"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This project successfully demonstrates how data analytics can be used to improve IT support operations. By analyzing ticket data, key performance trends and inefficiencies were identified. </a:t>
            </a:r>
          </a:p>
          <a:p>
            <a:pPr algn="just">
              <a:lnSpc>
                <a:spcPct val="150000"/>
              </a:lnSpc>
            </a:pPr>
            <a:r>
              <a:rPr lang="en-US" dirty="0">
                <a:latin typeface="Times New Roman" panose="02020603050405020304" pitchFamily="18" charset="0"/>
                <a:cs typeface="Times New Roman" panose="02020603050405020304" pitchFamily="18" charset="0"/>
              </a:rPr>
              <a:t>The insights derived from this analysis can help organizations: </a:t>
            </a:r>
          </a:p>
          <a:p>
            <a:pPr algn="just">
              <a:lnSpc>
                <a:spcPct val="150000"/>
              </a:lnSpc>
            </a:pPr>
            <a:r>
              <a:rPr lang="en-US" dirty="0">
                <a:latin typeface="Times New Roman" panose="02020603050405020304" pitchFamily="18" charset="0"/>
                <a:cs typeface="Times New Roman" panose="02020603050405020304" pitchFamily="18" charset="0"/>
              </a:rPr>
              <a:t>• Improve response and resolution times </a:t>
            </a:r>
          </a:p>
          <a:p>
            <a:pPr algn="just">
              <a:lnSpc>
                <a:spcPct val="150000"/>
              </a:lnSpc>
            </a:pPr>
            <a:r>
              <a:rPr lang="en-US" dirty="0">
                <a:latin typeface="Times New Roman" panose="02020603050405020304" pitchFamily="18" charset="0"/>
                <a:cs typeface="Times New Roman" panose="02020603050405020304" pitchFamily="18" charset="0"/>
              </a:rPr>
              <a:t>• Optimize resource allocation </a:t>
            </a:r>
          </a:p>
          <a:p>
            <a:pPr algn="just">
              <a:lnSpc>
                <a:spcPct val="150000"/>
              </a:lnSpc>
            </a:pPr>
            <a:r>
              <a:rPr lang="en-US" dirty="0">
                <a:latin typeface="Times New Roman" panose="02020603050405020304" pitchFamily="18" charset="0"/>
                <a:cs typeface="Times New Roman" panose="02020603050405020304" pitchFamily="18" charset="0"/>
              </a:rPr>
              <a:t>• Enhance customer satisfaction Overall, the project highlights the importance of data-driven decision-making in optimizing IT support performance.</a:t>
            </a:r>
          </a:p>
        </p:txBody>
      </p:sp>
    </p:spTree>
    <p:extLst>
      <p:ext uri="{BB962C8B-B14F-4D97-AF65-F5344CB8AC3E}">
        <p14:creationId xmlns:p14="http://schemas.microsoft.com/office/powerpoint/2010/main" val="2841434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2A21665-C64F-4BDA-B2DE-442D70605718}"/>
              </a:ext>
              <a:ext uri="{C183D7F6-B498-43B3-948B-1728B52AA6E4}">
                <adec:decorative xmlns:adec="http://schemas.microsoft.com/office/drawing/2017/decorative" val="1"/>
              </a:ext>
            </a:extLst>
          </p:cNvPr>
          <p:cNvGrpSpPr/>
          <p:nvPr/>
        </p:nvGrpSpPr>
        <p:grpSpPr>
          <a:xfrm>
            <a:off x="4325258" y="1544068"/>
            <a:ext cx="3541486" cy="3769865"/>
            <a:chOff x="4325258" y="1229517"/>
            <a:chExt cx="3541486" cy="3769865"/>
          </a:xfrm>
        </p:grpSpPr>
        <p:sp>
          <p:nvSpPr>
            <p:cNvPr id="12" name="Diamond 11">
              <a:extLst>
                <a:ext uri="{FF2B5EF4-FFF2-40B4-BE49-F238E27FC236}">
                  <a16:creationId xmlns:a16="http://schemas.microsoft.com/office/drawing/2014/main" id="{7DC8B409-5FAC-4539-B25A-26BE925A48AF}"/>
                </a:ext>
              </a:extLst>
            </p:cNvPr>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91498E2F-539C-46D3-AF7C-BB1DAE76B114}"/>
                </a:ext>
              </a:extLst>
            </p:cNvPr>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itle 1">
            <a:extLst>
              <a:ext uri="{FF2B5EF4-FFF2-40B4-BE49-F238E27FC236}">
                <a16:creationId xmlns:a16="http://schemas.microsoft.com/office/drawing/2014/main" id="{FA061601-468D-486D-B8EE-42BD1BE3ADCC}"/>
              </a:ext>
            </a:extLst>
          </p:cNvPr>
          <p:cNvSpPr>
            <a:spLocks noGrp="1"/>
          </p:cNvSpPr>
          <p:nvPr>
            <p:ph type="ctrTitle"/>
          </p:nvPr>
        </p:nvSpPr>
        <p:spPr>
          <a:xfrm>
            <a:off x="1524000" y="2930403"/>
            <a:ext cx="9144000" cy="997196"/>
          </a:xfrm>
        </p:spPr>
        <p:txBody>
          <a:bodyPr lIns="0" tIns="0" rIns="0" bIns="0" anchor="ctr">
            <a:spAutoFit/>
          </a:bodyPr>
          <a:lstStyle/>
          <a:p>
            <a:r>
              <a:rPr lang="en-US" sz="7200" b="1" dirty="0">
                <a:solidFill>
                  <a:schemeClr val="bg1"/>
                </a:solidFill>
              </a:rPr>
              <a:t>Thank You</a:t>
            </a:r>
            <a:endParaRPr lang="en-US" sz="7200" dirty="0">
              <a:solidFill>
                <a:schemeClr val="accent4"/>
              </a:solidFill>
            </a:endParaRPr>
          </a:p>
        </p:txBody>
      </p:sp>
    </p:spTree>
    <p:extLst>
      <p:ext uri="{BB962C8B-B14F-4D97-AF65-F5344CB8AC3E}">
        <p14:creationId xmlns:p14="http://schemas.microsoft.com/office/powerpoint/2010/main" val="1923038163"/>
      </p:ext>
    </p:extLst>
  </p:cSld>
  <p:clrMapOvr>
    <a:masterClrMapping/>
  </p:clrMapOvr>
</p:sld>
</file>

<file path=ppt/theme/theme1.xml><?xml version="1.0" encoding="utf-8"?>
<a:theme xmlns:a="http://schemas.openxmlformats.org/drawingml/2006/main" name="Office Them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455520_Project analysis, from 24Slides_SL_V1.potx" id="{55E7247F-78B2-40DB-9AFE-D4DD42FA8F09}" vid="{22E2FD65-A32D-4798-AF43-CE42F250BD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2FD05317-60D6-4B3A-8545-888496D1A8EC}">
  <ds:schemaRefs>
    <ds:schemaRef ds:uri="http://schemas.microsoft.com/sharepoint/v3/contenttype/forms"/>
  </ds:schemaRefs>
</ds:datastoreItem>
</file>

<file path=customXml/itemProps2.xml><?xml version="1.0" encoding="utf-8"?>
<ds:datastoreItem xmlns:ds="http://schemas.openxmlformats.org/officeDocument/2006/customXml" ds:itemID="{61A00BBF-EEBB-4E18-B8CB-F926EAAC48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F609EDA-869E-4BE5-AE5D-B898C584B6FF}">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Project analysis, from 24Slides</Template>
  <TotalTime>1376</TotalTime>
  <Words>549</Words>
  <Application>Microsoft Office PowerPoint</Application>
  <PresentationFormat>Widescreen</PresentationFormat>
  <Paragraphs>90</Paragraphs>
  <Slides>14</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Calibri</vt:lpstr>
      <vt:lpstr>Century Gothic</vt:lpstr>
      <vt:lpstr>Century Schoolbook</vt:lpstr>
      <vt:lpstr>Segoe UI</vt:lpstr>
      <vt:lpstr>Segoe UI Light</vt:lpstr>
      <vt:lpstr>Times New Roman</vt:lpstr>
      <vt:lpstr>Wingdings</vt:lpstr>
      <vt:lpstr>Office Theme</vt:lpstr>
      <vt:lpstr>OPTIMIZING IT SUPPORT TEAM PERFORMANCE ANALYTICS</vt:lpstr>
      <vt:lpstr>Project analysis slide 2</vt:lpstr>
      <vt:lpstr>Project analysis slide 3</vt:lpstr>
      <vt:lpstr>Project analysis slide 4</vt:lpstr>
      <vt:lpstr>Project analysis slide 5</vt:lpstr>
      <vt:lpstr>Project analysis slide 6</vt:lpstr>
      <vt:lpstr>Project analysis slide 7</vt:lpstr>
      <vt:lpstr>Project analysis slide 8</vt:lpstr>
      <vt:lpstr>Project analysis slide 10</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Ananthu Krishnan</dc:creator>
  <cp:lastModifiedBy>Ananthu Krishnan</cp:lastModifiedBy>
  <cp:revision>8</cp:revision>
  <dcterms:created xsi:type="dcterms:W3CDTF">2026-03-30T07:31:59Z</dcterms:created>
  <dcterms:modified xsi:type="dcterms:W3CDTF">2026-03-31T06:28:46Z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