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-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B21A87-6CF3-46F4-96F7-E07A5DDA3CD5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D060A3-AC45-44F9-B997-17AFA51DB0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684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060A3-AC45-44F9-B997-17AFA51DB050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05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03F37-1669-4CF7-B796-EB5CF2D4806A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36C99-9729-4724-9CB3-2F0AE666E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733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03F37-1669-4CF7-B796-EB5CF2D4806A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36C99-9729-4724-9CB3-2F0AE666E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998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03F37-1669-4CF7-B796-EB5CF2D4806A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36C99-9729-4724-9CB3-2F0AE666E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670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03F37-1669-4CF7-B796-EB5CF2D4806A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36C99-9729-4724-9CB3-2F0AE666E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11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03F37-1669-4CF7-B796-EB5CF2D4806A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36C99-9729-4724-9CB3-2F0AE666E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87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03F37-1669-4CF7-B796-EB5CF2D4806A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36C99-9729-4724-9CB3-2F0AE666E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77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03F37-1669-4CF7-B796-EB5CF2D4806A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36C99-9729-4724-9CB3-2F0AE666E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5762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03F37-1669-4CF7-B796-EB5CF2D4806A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36C99-9729-4724-9CB3-2F0AE666E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594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03F37-1669-4CF7-B796-EB5CF2D4806A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36C99-9729-4724-9CB3-2F0AE666E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568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03F37-1669-4CF7-B796-EB5CF2D4806A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36C99-9729-4724-9CB3-2F0AE666E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172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03F37-1669-4CF7-B796-EB5CF2D4806A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36C99-9729-4724-9CB3-2F0AE666E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2129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03F37-1669-4CF7-B796-EB5CF2D4806A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36C99-9729-4724-9CB3-2F0AE666EAC9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310575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03F37-1669-4CF7-B796-EB5CF2D4806A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36C99-9729-4724-9CB3-2F0AE666E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6103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03F37-1669-4CF7-B796-EB5CF2D4806A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36C99-9729-4724-9CB3-2F0AE666E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5384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03F37-1669-4CF7-B796-EB5CF2D4806A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36C99-9729-4724-9CB3-2F0AE666E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3281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03F37-1669-4CF7-B796-EB5CF2D4806A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36C99-9729-4724-9CB3-2F0AE666E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6890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03F37-1669-4CF7-B796-EB5CF2D4806A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36C99-9729-4724-9CB3-2F0AE666E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066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B003F37-1669-4CF7-B796-EB5CF2D4806A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A36C99-9729-4724-9CB3-2F0AE666EA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762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5FA85-F8D0-7A6A-5206-EA9168CA51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47800"/>
            <a:ext cx="9144000" cy="2062163"/>
          </a:xfrm>
        </p:spPr>
        <p:txBody>
          <a:bodyPr/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Support Team Performance Using Analytics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F7F7D-4EA1-F812-1B17-F8A44EEB9D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18872" y="3339966"/>
            <a:ext cx="2877954" cy="351803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Presented by  </a:t>
            </a:r>
          </a:p>
          <a:p>
            <a:r>
              <a:rPr lang="en-US" dirty="0">
                <a:solidFill>
                  <a:schemeClr val="tx1"/>
                </a:solidFill>
              </a:rPr>
              <a:t>Shaik Farhana 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Infosys Internship  </a:t>
            </a:r>
          </a:p>
          <a:p>
            <a:r>
              <a:rPr lang="en-US" dirty="0">
                <a:solidFill>
                  <a:schemeClr val="tx1"/>
                </a:solidFill>
              </a:rPr>
              <a:t>2026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9459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7827D-6177-899C-5676-9E0BFA76B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BBBAE-F14F-C980-4DB6-81BEBEDD465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639888"/>
            <a:ext cx="8945563" cy="4194175"/>
          </a:xfrm>
        </p:spPr>
        <p:txBody>
          <a:bodyPr/>
          <a:lstStyle/>
          <a:p>
            <a:r>
              <a:rPr lang="en-US" dirty="0"/>
              <a:t>Analyze IT support ticket data</a:t>
            </a:r>
          </a:p>
          <a:p>
            <a:r>
              <a:rPr lang="en-US" dirty="0"/>
              <a:t>Identify performance issues</a:t>
            </a:r>
          </a:p>
          <a:p>
            <a:r>
              <a:rPr lang="en-US" dirty="0"/>
              <a:t>Improve resolution time</a:t>
            </a:r>
          </a:p>
          <a:p>
            <a:r>
              <a:rPr lang="en-US" dirty="0"/>
              <a:t>Increase customer satisfaction</a:t>
            </a:r>
          </a:p>
          <a:p>
            <a:r>
              <a:rPr lang="en-US" dirty="0"/>
              <a:t>Understand ticket trends and patterns</a:t>
            </a:r>
          </a:p>
          <a:p>
            <a:r>
              <a:rPr lang="en-US" dirty="0"/>
              <a:t>Analyze ticket priority and workload distribution</a:t>
            </a:r>
          </a:p>
          <a:p>
            <a:r>
              <a:rPr lang="en-US" dirty="0"/>
              <a:t>Provide data-driven insights for decision making</a:t>
            </a:r>
          </a:p>
          <a:p>
            <a:r>
              <a:rPr lang="en-IN" dirty="0"/>
              <a:t>Optimize resource allocation</a:t>
            </a:r>
          </a:p>
          <a:p>
            <a:r>
              <a:rPr lang="en-IN" dirty="0"/>
              <a:t>Enhance support team efficiency</a:t>
            </a:r>
          </a:p>
        </p:txBody>
      </p:sp>
    </p:spTree>
    <p:extLst>
      <p:ext uri="{BB962C8B-B14F-4D97-AF65-F5344CB8AC3E}">
        <p14:creationId xmlns:p14="http://schemas.microsoft.com/office/powerpoint/2010/main" val="1956573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4A5F9-E61A-8F20-B2B6-CD369CD8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 Description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7059BD-4D88-715F-9882-3F339A811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52983"/>
            <a:ext cx="7326086" cy="343348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b="1" dirty="0"/>
              <a:t>Overview of IT Support Ticket Data</a:t>
            </a:r>
          </a:p>
          <a:p>
            <a:pPr marL="0" indent="0">
              <a:buNone/>
            </a:pPr>
            <a:endParaRPr lang="en-IN" b="1" dirty="0"/>
          </a:p>
          <a:p>
            <a:r>
              <a:rPr lang="en-IN" dirty="0"/>
              <a:t> </a:t>
            </a:r>
            <a:r>
              <a:rPr lang="en-IN" b="1" dirty="0"/>
              <a:t>Ticket ID </a:t>
            </a:r>
            <a:r>
              <a:rPr lang="en-IN" dirty="0"/>
              <a:t>– Unique identifier for each ticket  </a:t>
            </a:r>
          </a:p>
          <a:p>
            <a:r>
              <a:rPr lang="en-IN" dirty="0"/>
              <a:t> </a:t>
            </a:r>
            <a:r>
              <a:rPr lang="en-IN" b="1" dirty="0"/>
              <a:t>Ticket Type </a:t>
            </a:r>
            <a:r>
              <a:rPr lang="en-IN" dirty="0"/>
              <a:t>– Type of issue (Billing, Technical, etc.)  </a:t>
            </a:r>
          </a:p>
          <a:p>
            <a:r>
              <a:rPr lang="en-IN" dirty="0"/>
              <a:t> </a:t>
            </a:r>
            <a:r>
              <a:rPr lang="en-IN" b="1" dirty="0"/>
              <a:t>Ticket Priority </a:t>
            </a:r>
            <a:r>
              <a:rPr lang="en-IN" dirty="0"/>
              <a:t>– High, Medium, Low, Critical  </a:t>
            </a:r>
          </a:p>
          <a:p>
            <a:r>
              <a:rPr lang="en-IN" dirty="0"/>
              <a:t> </a:t>
            </a:r>
            <a:r>
              <a:rPr lang="en-IN" b="1" dirty="0"/>
              <a:t>Ticket Channel </a:t>
            </a:r>
            <a:r>
              <a:rPr lang="en-IN" dirty="0"/>
              <a:t>– Email, Phone, Chat, Social Media  </a:t>
            </a:r>
          </a:p>
          <a:p>
            <a:r>
              <a:rPr lang="en-IN" dirty="0"/>
              <a:t> </a:t>
            </a:r>
            <a:r>
              <a:rPr lang="en-IN" b="1" dirty="0"/>
              <a:t>Resolution Duration </a:t>
            </a:r>
            <a:r>
              <a:rPr lang="en-IN" dirty="0"/>
              <a:t>– Time taken to resolve tickets  </a:t>
            </a:r>
          </a:p>
          <a:p>
            <a:r>
              <a:rPr lang="en-IN" b="1" dirty="0"/>
              <a:t> Customer Satisfaction </a:t>
            </a:r>
            <a:r>
              <a:rPr lang="en-IN" dirty="0"/>
              <a:t>– Rating given by customers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AAC880-38BA-9C35-6E81-549C85B0FB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3"/>
          <a:stretch>
            <a:fillRect/>
          </a:stretch>
        </p:blipFill>
        <p:spPr>
          <a:xfrm>
            <a:off x="7467600" y="1152983"/>
            <a:ext cx="4078289" cy="546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981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2EF23-D128-80D9-3F48-952230DAA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33463"/>
            <a:ext cx="7239000" cy="890561"/>
          </a:xfrm>
        </p:spPr>
        <p:txBody>
          <a:bodyPr/>
          <a:lstStyle/>
          <a:p>
            <a:r>
              <a:rPr lang="en-IN" b="1" dirty="0"/>
              <a:t>Exploratory Data Analysis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44433271-C30A-F5FB-71CD-17CC3494FE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" y="1124025"/>
            <a:ext cx="10444205" cy="335069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35A8DB7-3894-F17D-D099-D32379BEFA66}"/>
              </a:ext>
            </a:extLst>
          </p:cNvPr>
          <p:cNvSpPr txBox="1"/>
          <p:nvPr/>
        </p:nvSpPr>
        <p:spPr>
          <a:xfrm>
            <a:off x="360680" y="4902200"/>
            <a:ext cx="114706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Ticket distribution across different categories is analyzed.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Billing and technical issues contribute significantly.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Medium and high priority tickets dominate the workload.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Email and phone channels handle the majority of tickets.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insights into support team performance.</a:t>
            </a:r>
          </a:p>
        </p:txBody>
      </p:sp>
    </p:spTree>
    <p:extLst>
      <p:ext uri="{BB962C8B-B14F-4D97-AF65-F5344CB8AC3E}">
        <p14:creationId xmlns:p14="http://schemas.microsoft.com/office/powerpoint/2010/main" val="984947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39F33-BA78-5BCA-FB99-5C1DDA996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Dashboard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C40B1-3518-B318-C5B0-FC2CB88C5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552" y="1153581"/>
            <a:ext cx="8946541" cy="4195481"/>
          </a:xfrm>
        </p:spPr>
        <p:txBody>
          <a:bodyPr/>
          <a:lstStyle/>
          <a:p>
            <a:r>
              <a:rPr lang="en-US" dirty="0"/>
              <a:t>Resolution time varies across different ticket priorities.</a:t>
            </a:r>
          </a:p>
          <a:p>
            <a:r>
              <a:rPr lang="en-US" dirty="0"/>
              <a:t>High priority tickets require faster resolution.</a:t>
            </a:r>
          </a:p>
          <a:p>
            <a:r>
              <a:rPr lang="en-US" dirty="0"/>
              <a:t>Certain ticket types take longer time to resolve.</a:t>
            </a:r>
          </a:p>
          <a:p>
            <a:r>
              <a:rPr lang="en-US" dirty="0"/>
              <a:t>Average resolution time shows performance gaps.</a:t>
            </a:r>
          </a:p>
          <a:p>
            <a:r>
              <a:rPr lang="en-US" dirty="0"/>
              <a:t>Data helps identify areas for improvement.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7612C3-786C-E26B-0FFB-D1C3C1664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552" y="3339966"/>
            <a:ext cx="11332528" cy="344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649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86A2F-4ABA-9C09-323D-43CA53E8B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09" y="221381"/>
            <a:ext cx="9704325" cy="1631867"/>
          </a:xfrm>
        </p:spPr>
        <p:txBody>
          <a:bodyPr/>
          <a:lstStyle/>
          <a:p>
            <a:r>
              <a:rPr lang="en-IN" b="1" dirty="0"/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D52A8-F132-2F06-6028-0D6A1F500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256" y="1135782"/>
            <a:ext cx="9876598" cy="5112618"/>
          </a:xfrm>
        </p:spPr>
        <p:txBody>
          <a:bodyPr>
            <a:normAutofit/>
          </a:bodyPr>
          <a:lstStyle/>
          <a:p>
            <a:r>
              <a:rPr lang="en-US" b="1" dirty="0"/>
              <a:t>High priority tickets </a:t>
            </a:r>
            <a:r>
              <a:rPr lang="en-US" dirty="0"/>
              <a:t>require faster resolution but often take more time</a:t>
            </a:r>
          </a:p>
          <a:p>
            <a:r>
              <a:rPr lang="en-US" b="1" dirty="0"/>
              <a:t>Phone and chat  </a:t>
            </a:r>
            <a:r>
              <a:rPr lang="en-US" dirty="0"/>
              <a:t>channels handle the majority of support requests</a:t>
            </a:r>
          </a:p>
          <a:p>
            <a:r>
              <a:rPr lang="en-US" b="1" dirty="0"/>
              <a:t>Billing and technical issues </a:t>
            </a:r>
            <a:r>
              <a:rPr lang="en-US" dirty="0"/>
              <a:t>are the most frequent ticket types</a:t>
            </a:r>
          </a:p>
          <a:p>
            <a:r>
              <a:rPr lang="en-US" b="1" dirty="0"/>
              <a:t>Resolution time </a:t>
            </a:r>
            <a:r>
              <a:rPr lang="en-US" dirty="0"/>
              <a:t>varies significantly across ticket categories</a:t>
            </a:r>
          </a:p>
          <a:p>
            <a:r>
              <a:rPr lang="en-US" b="1" dirty="0"/>
              <a:t>Customer satisfaction </a:t>
            </a:r>
            <a:r>
              <a:rPr lang="en-US" dirty="0"/>
              <a:t>is influenced by ticket priority and response time</a:t>
            </a:r>
          </a:p>
          <a:p>
            <a:r>
              <a:rPr lang="en-US" b="1" dirty="0"/>
              <a:t>Repeated issues </a:t>
            </a:r>
            <a:r>
              <a:rPr lang="en-US" dirty="0"/>
              <a:t>indicate areas for process improvement</a:t>
            </a:r>
          </a:p>
          <a:p>
            <a:r>
              <a:rPr lang="en-US" b="1" dirty="0"/>
              <a:t>Email channel </a:t>
            </a:r>
            <a:r>
              <a:rPr lang="en-US" dirty="0"/>
              <a:t>shows comparatively slower response times  </a:t>
            </a:r>
          </a:p>
          <a:p>
            <a:r>
              <a:rPr lang="en-US" b="1" dirty="0"/>
              <a:t>Low priority tickets </a:t>
            </a:r>
            <a:r>
              <a:rPr lang="en-US" dirty="0"/>
              <a:t>often experience longer resolution delays  </a:t>
            </a:r>
          </a:p>
          <a:p>
            <a:r>
              <a:rPr lang="en-US" b="1" dirty="0"/>
              <a:t>Efficient ticket </a:t>
            </a:r>
            <a:r>
              <a:rPr lang="en-US" dirty="0"/>
              <a:t>categorization helps improve overall support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A3C2F0-1E1D-F4D5-4EA8-50DCBAD4F526}"/>
              </a:ext>
            </a:extLst>
          </p:cNvPr>
          <p:cNvSpPr txBox="1"/>
          <p:nvPr/>
        </p:nvSpPr>
        <p:spPr>
          <a:xfrm>
            <a:off x="364156" y="5118233"/>
            <a:ext cx="11463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Insights helps improve decision making and support efficiency.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2129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1A35-E446-8854-ABFA-F263F0769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79" y="182880"/>
            <a:ext cx="9944956" cy="1670368"/>
          </a:xfrm>
        </p:spPr>
        <p:txBody>
          <a:bodyPr/>
          <a:lstStyle/>
          <a:p>
            <a:r>
              <a:rPr lang="en-IN" dirty="0"/>
              <a:t>Tools &amp;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404B9-56CB-DB64-B267-4098F9DE8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381" y="1241659"/>
            <a:ext cx="9828472" cy="5006740"/>
          </a:xfrm>
        </p:spPr>
        <p:txBody>
          <a:bodyPr/>
          <a:lstStyle/>
          <a:p>
            <a:r>
              <a:rPr lang="en-IN" dirty="0"/>
              <a:t>📊 </a:t>
            </a:r>
            <a:r>
              <a:rPr lang="en-IN" b="1" dirty="0"/>
              <a:t>Power BI            </a:t>
            </a:r>
            <a:r>
              <a:rPr lang="en-IN" dirty="0"/>
              <a:t>– Data visualization and dashboard creation</a:t>
            </a:r>
          </a:p>
          <a:p>
            <a:r>
              <a:rPr lang="en-IN" dirty="0"/>
              <a:t>📁 </a:t>
            </a:r>
            <a:r>
              <a:rPr lang="en-IN" b="1" dirty="0"/>
              <a:t>Microsoft Excel </a:t>
            </a:r>
            <a:r>
              <a:rPr lang="en-IN" dirty="0"/>
              <a:t>– Dataset preparation</a:t>
            </a:r>
          </a:p>
          <a:p>
            <a:r>
              <a:rPr lang="en-IN" b="1" dirty="0"/>
              <a:t>📈 Data Analysis    </a:t>
            </a:r>
            <a:r>
              <a:rPr lang="en-IN" dirty="0"/>
              <a:t>– Extracting insights and patterns</a:t>
            </a:r>
          </a:p>
          <a:p>
            <a:r>
              <a:rPr lang="en-IN" dirty="0"/>
              <a:t>🧹 </a:t>
            </a:r>
            <a:r>
              <a:rPr lang="en-IN" b="1" dirty="0"/>
              <a:t>Data Cleaning</a:t>
            </a:r>
            <a:r>
              <a:rPr lang="en-IN" dirty="0"/>
              <a:t> – Handling missing and inconsistent data  </a:t>
            </a:r>
          </a:p>
          <a:p>
            <a:r>
              <a:rPr lang="en-IN" dirty="0"/>
              <a:t> 📊</a:t>
            </a:r>
            <a:r>
              <a:rPr lang="en-IN" b="1" dirty="0"/>
              <a:t>Data Visualization </a:t>
            </a:r>
            <a:r>
              <a:rPr lang="en-IN" dirty="0"/>
              <a:t>– Creating interactive charts and reports  </a:t>
            </a:r>
          </a:p>
          <a:p>
            <a:r>
              <a:rPr lang="en-IN" dirty="0"/>
              <a:t> 🖥️ </a:t>
            </a:r>
            <a:r>
              <a:rPr lang="en-IN" b="1" dirty="0"/>
              <a:t>Dashboard Design </a:t>
            </a:r>
            <a:r>
              <a:rPr lang="en-IN" dirty="0"/>
              <a:t>– Building user-friendly dashboards  </a:t>
            </a:r>
          </a:p>
          <a:p>
            <a:r>
              <a:rPr lang="en-IN" dirty="0"/>
              <a:t> 💡</a:t>
            </a:r>
            <a:r>
              <a:rPr lang="en-IN" b="1" dirty="0"/>
              <a:t>Data Interpretation </a:t>
            </a:r>
            <a:r>
              <a:rPr lang="en-IN" dirty="0"/>
              <a:t>– Understanding trends and patterns</a:t>
            </a:r>
          </a:p>
        </p:txBody>
      </p:sp>
    </p:spTree>
    <p:extLst>
      <p:ext uri="{BB962C8B-B14F-4D97-AF65-F5344CB8AC3E}">
        <p14:creationId xmlns:p14="http://schemas.microsoft.com/office/powerpoint/2010/main" val="2062838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25A14-D9CC-A725-4B2C-AB36159E5FF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11138"/>
            <a:ext cx="9972675" cy="1641475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EF823-9DF0-03C7-508D-182C00EB816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174750"/>
            <a:ext cx="9972675" cy="5073650"/>
          </a:xfrm>
        </p:spPr>
        <p:txBody>
          <a:bodyPr/>
          <a:lstStyle/>
          <a:p>
            <a:r>
              <a:rPr lang="en-US" dirty="0"/>
              <a:t> This project demonstrates how data analytics improves IT support performance  </a:t>
            </a:r>
          </a:p>
          <a:p>
            <a:r>
              <a:rPr lang="en-US" dirty="0"/>
              <a:t> High priority tickets require faster and more efficient resolution  </a:t>
            </a:r>
          </a:p>
          <a:p>
            <a:r>
              <a:rPr lang="en-US" dirty="0"/>
              <a:t> Certain ticket types demand more time and resources  </a:t>
            </a:r>
          </a:p>
          <a:p>
            <a:r>
              <a:rPr lang="en-US" dirty="0"/>
              <a:t> Communication channels like phone and email handle most requests  </a:t>
            </a:r>
          </a:p>
          <a:p>
            <a:r>
              <a:rPr lang="en-US" dirty="0"/>
              <a:t> Data-driven decisions help improve efficiency and customer satisfaction  </a:t>
            </a:r>
          </a:p>
          <a:p>
            <a:r>
              <a:rPr lang="en-US" dirty="0"/>
              <a:t> Overall, analytics enables smarter and faster IT support management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3640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DDFFB2-2854-7FEB-8356-9AD1D6F181EB}"/>
              </a:ext>
            </a:extLst>
          </p:cNvPr>
          <p:cNvSpPr txBox="1"/>
          <p:nvPr/>
        </p:nvSpPr>
        <p:spPr>
          <a:xfrm>
            <a:off x="3242733" y="2167116"/>
            <a:ext cx="6874934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latin typeface="Century Gothic" panose="020B0502020202020204" pitchFamily="34" charset="0"/>
              </a:rPr>
              <a:t>Thank You  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32254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145</TotalTime>
  <Words>424</Words>
  <Application>Microsoft Office PowerPoint</Application>
  <PresentationFormat>Widescreen</PresentationFormat>
  <Paragraphs>66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Century Gothic</vt:lpstr>
      <vt:lpstr>Wingdings 3</vt:lpstr>
      <vt:lpstr>Ion</vt:lpstr>
      <vt:lpstr>IT Support Team Performance Using Analytics</vt:lpstr>
      <vt:lpstr>Project Objective</vt:lpstr>
      <vt:lpstr>Dataset Description</vt:lpstr>
      <vt:lpstr>Exploratory Data Analysis</vt:lpstr>
      <vt:lpstr>Dashboard Analysis</vt:lpstr>
      <vt:lpstr>Key Insights</vt:lpstr>
      <vt:lpstr>Tools &amp; Technologies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Farzana Shaik</dc:creator>
  <cp:lastModifiedBy>Farzana Shaik</cp:lastModifiedBy>
  <cp:revision>3</cp:revision>
  <dcterms:created xsi:type="dcterms:W3CDTF">2026-03-21T04:37:51Z</dcterms:created>
  <dcterms:modified xsi:type="dcterms:W3CDTF">2026-03-21T09:27:55Z</dcterms:modified>
</cp:coreProperties>
</file>