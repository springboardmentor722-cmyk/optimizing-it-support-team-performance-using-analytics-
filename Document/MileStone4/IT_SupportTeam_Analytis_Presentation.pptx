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8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0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74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26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69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09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175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85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3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10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8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398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5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IT Support Team Performance Using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</a:t>
            </a:r>
            <a:r>
              <a:rPr lang="en-US" dirty="0" err="1"/>
              <a:t>S.Saketh</a:t>
            </a:r>
            <a:r>
              <a:rPr lang="en-US" dirty="0"/>
              <a:t> Bharadwaj</a:t>
            </a:r>
            <a:endParaRPr dirty="0"/>
          </a:p>
          <a:p>
            <a:r>
              <a:rPr dirty="0"/>
              <a:t>Course: </a:t>
            </a:r>
            <a:r>
              <a:rPr lang="en-US" dirty="0"/>
              <a:t>Virtual Internship 6.0-Data Visualization</a:t>
            </a:r>
            <a:endParaRPr dirty="0"/>
          </a:p>
          <a:p>
            <a:r>
              <a:rPr dirty="0"/>
              <a:t>Instructor: </a:t>
            </a:r>
            <a:r>
              <a:rPr lang="en-US" dirty="0"/>
              <a:t>Usha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8065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 teams are essential for maintaining smooth business operations. They handle technical issues, service requests, and system failures.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IT support ticket data to understand performance trends and improve service efficiency using data analytics.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ticket data</a:t>
            </a:r>
          </a:p>
          <a:p>
            <a:r>
              <a:t>Evaluate performance</a:t>
            </a:r>
          </a:p>
          <a:p>
            <a:r>
              <a:t>Improve resolution time</a:t>
            </a:r>
          </a:p>
          <a:p>
            <a:r>
              <a:t>Provide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support ticket dataset</a:t>
            </a:r>
          </a:p>
          <a:p>
            <a:r>
              <a:t>Includes type, priority, category, resolution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</a:t>
            </a:r>
          </a:p>
          <a:p>
            <a:r>
              <a:rPr lang="en-US" dirty="0" err="1"/>
              <a:t>Jupyter</a:t>
            </a:r>
            <a:r>
              <a:rPr lang="en-US" dirty="0"/>
              <a:t> Notebook(</a:t>
            </a:r>
            <a:r>
              <a:rPr dirty="0"/>
              <a:t>Pandas, NumPy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943E-304C-11DA-7D41-8A15E5B7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6EB2-4C37-3EC1-FE92-2F68DEC4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following key performance indicators were used:</a:t>
            </a:r>
          </a:p>
          <a:p>
            <a:endParaRPr lang="en-US" dirty="0"/>
          </a:p>
          <a:p>
            <a:r>
              <a:rPr lang="en-US" dirty="0"/>
              <a:t>- Total Number of Tickets</a:t>
            </a:r>
          </a:p>
          <a:p>
            <a:r>
              <a:rPr lang="en-US" dirty="0"/>
              <a:t>- Number of Closed Tickets</a:t>
            </a:r>
          </a:p>
          <a:p>
            <a:r>
              <a:rPr lang="en-US" dirty="0"/>
              <a:t>- Average Resolution Time</a:t>
            </a:r>
          </a:p>
          <a:p>
            <a:r>
              <a:rPr lang="en-US" dirty="0"/>
              <a:t>- Average Response Time</a:t>
            </a:r>
          </a:p>
          <a:p>
            <a:r>
              <a:rPr lang="en-US" dirty="0"/>
              <a:t>- Ticket Distribution by Priority and Category</a:t>
            </a:r>
          </a:p>
          <a:p>
            <a:endParaRPr lang="en-US" dirty="0"/>
          </a:p>
          <a:p>
            <a:r>
              <a:rPr lang="en-US" dirty="0"/>
              <a:t>These metrics help evaluate the efficiency of the IT support team.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86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interactive dashboard was created to visualize ticket data and performance trends.</a:t>
            </a:r>
          </a:p>
          <a:p>
            <a:endParaRPr lang="en-US" dirty="0"/>
          </a:p>
          <a:p>
            <a:r>
              <a:rPr lang="en-US" dirty="0"/>
              <a:t>The dashboard includes:</a:t>
            </a:r>
          </a:p>
          <a:p>
            <a:r>
              <a:rPr lang="en-US" dirty="0"/>
              <a:t>- Ticket distribution by type and priority</a:t>
            </a:r>
          </a:p>
          <a:p>
            <a:r>
              <a:rPr lang="en-US" dirty="0"/>
              <a:t>- Resolution time analysis</a:t>
            </a:r>
          </a:p>
          <a:p>
            <a:r>
              <a:rPr lang="en-US" dirty="0"/>
              <a:t>- Country-wise performance</a:t>
            </a:r>
          </a:p>
          <a:p>
            <a:r>
              <a:rPr lang="en-US" dirty="0"/>
              <a:t>- Product and category analysis</a:t>
            </a:r>
          </a:p>
          <a:p>
            <a:endParaRPr lang="en-US" dirty="0"/>
          </a:p>
          <a:p>
            <a:r>
              <a:rPr lang="en-US" dirty="0"/>
              <a:t>This provides a complete overview of IT support operations.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D2C6B-69C9-D589-69F3-971975D17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9" y="274638"/>
            <a:ext cx="8583561" cy="5703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high priority handling</a:t>
            </a:r>
          </a:p>
          <a:p>
            <a:r>
              <a:t>Focus on repeated issues</a:t>
            </a:r>
          </a:p>
          <a:p>
            <a:r>
              <a:t>Optimize 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analyzed IT support ticket data to evaluate performance and identify inefficiencies.</a:t>
            </a:r>
          </a:p>
          <a:p>
            <a:endParaRPr lang="en-US" dirty="0"/>
          </a:p>
          <a:p>
            <a:r>
              <a:rPr lang="en-US" dirty="0"/>
              <a:t>The insights gained can help improve resolution time, optimize resources, and enhance overall service quality.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241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IT Support Team Performance Using Analytics</vt:lpstr>
      <vt:lpstr>Introduction</vt:lpstr>
      <vt:lpstr>Objectives</vt:lpstr>
      <vt:lpstr>Dataset</vt:lpstr>
      <vt:lpstr>Tools Used</vt:lpstr>
      <vt:lpstr>Key Metrics</vt:lpstr>
      <vt:lpstr>Dashboard</vt:lpstr>
      <vt:lpstr>PowerPoint Presentation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SAKETH</dc:creator>
  <cp:keywords/>
  <dc:description>generated using python-pptx</dc:description>
  <cp:lastModifiedBy>Saketh Bharadwaj</cp:lastModifiedBy>
  <cp:revision>2</cp:revision>
  <dcterms:created xsi:type="dcterms:W3CDTF">2013-01-27T09:14:16Z</dcterms:created>
  <dcterms:modified xsi:type="dcterms:W3CDTF">2026-04-01T02:04:45Z</dcterms:modified>
  <cp:category/>
</cp:coreProperties>
</file>